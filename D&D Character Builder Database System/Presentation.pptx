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tantino, Benjamin" userId="S::bxc116@shsu.edu::af31a2d7-9b3a-4d8e-9a57-ae4a21ce6f2a" providerId="AD" clId="Web-{09054F52-2CD7-D8BD-CDD5-A316813848E9}"/>
    <pc:docChg chg="mod addSld delSld modSld addMainMaster delMainMaster">
      <pc:chgData name="Costantino, Benjamin" userId="S::bxc116@shsu.edu::af31a2d7-9b3a-4d8e-9a57-ae4a21ce6f2a" providerId="AD" clId="Web-{09054F52-2CD7-D8BD-CDD5-A316813848E9}" dt="2026-04-24T20:35:23.200" v="494"/>
      <pc:docMkLst>
        <pc:docMk/>
      </pc:docMkLst>
      <pc:sldChg chg="addSp delSp modSp mod setBg modClrScheme delDesignElem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109857222" sldId="256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8" creationId="{6F5A5072-7B47-4D32-B52A-4EBBF590B8A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10" creationId="{9715DAF0-AE1B-46C9-8A6B-DB2AA05AB91D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12" creationId="{6016219D-510E-4184-9090-6D5578A87BD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14" creationId="{AFF4A713-7B75-4B21-90D7-5AB19547C72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16" creationId="{DC631C0B-6DA6-4E57-8231-CE32B3434A7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5.090" v="121"/>
          <ac:spMkLst>
            <pc:docMk/>
            <pc:sldMk cId="109857222" sldId="256"/>
            <ac:spMk id="18" creationId="{C29501E6-A978-4A61-9689-9085AF97A53A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20" creationId="{279CAF82-0ECF-42BE-8F37-F71941E5D41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21" creationId="{489B7BFD-8F45-4093-AD9C-91B15B0503D9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22" creationId="{218E095B-4870-4AD5-9C41-C16D5952350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1" creationId="{033BC44A-0661-43B4-9C14-FD5963C226A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2" creationId="{498F8FF6-43B4-494A-AF8F-123A4983EDF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3" creationId="{BE8CB2F0-2F5A-4EBD-B214-E0309C31F57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4" creationId="{2B06059C-C357-4011-82B9-9C0106301384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6" creationId="{5AFEC601-A132-47EE-B0C2-B38ACD9FCE6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28.418" v="123"/>
          <ac:spMkLst>
            <pc:docMk/>
            <pc:sldMk cId="109857222" sldId="256"/>
            <ac:spMk id="37" creationId="{97224C31-855E-4593-8A58-5B2B0CC4F53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39" creationId="{0E30439A-8A5B-46EC-8283-9B6B031D40D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0" creationId="{5CEAD642-85CF-4750-8432-7C80C901F00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1" creationId="{FA33EEAE-15D5-4119-8C1E-89D943F911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2" creationId="{730D8B3B-9B80-4025-B934-26DC7D7CD23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3" creationId="{B5A1B09C-1565-46F8-B70F-621C5EB48A09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4" creationId="{8C516CC8-80AC-446C-A56E-9F54B7210402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06:32.543" v="125"/>
          <ac:spMkLst>
            <pc:docMk/>
            <pc:sldMk cId="109857222" sldId="256"/>
            <ac:spMk id="45" creationId="{53947E58-F088-49F1-A3D1-DEA690192E84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47" creationId="{6F5A5072-7B47-4D32-B52A-4EBBF590B8A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48" creationId="{9715DAF0-AE1B-46C9-8A6B-DB2AA05AB91D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49" creationId="{6016219D-510E-4184-9090-6D5578A87BD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50" creationId="{AFF4A713-7B75-4B21-90D7-5AB19547C72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51" creationId="{DC631C0B-6DA6-4E57-8231-CE32B3434A7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9857222" sldId="256"/>
            <ac:spMk id="52" creationId="{C29501E6-A978-4A61-9689-9085AF97A53A}"/>
          </ac:spMkLst>
        </pc:spChg>
      </pc:sldChg>
      <pc:sldChg chg="addSp delSp modSp new mod setBg modClrScheme delDesignElem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3267219968" sldId="257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2" creationId="{2FE69418-D95C-CD84-AF7B-AF07374B1E77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3" creationId="{8D42546A-D951-2D68-B9B6-FDBA94CBC8E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8" creationId="{1B15ED52-F352-441B-82BF-E0EA34836D0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10" creationId="{3B2E3793-BFE6-45A2-9B7B-E18844431C99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12" creationId="{BC4C4868-CB8F-4AF9-9CDB-8108F2C19B6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14" creationId="{375E0459-6403-40CD-989D-56A4407CA12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267219968" sldId="257"/>
            <ac:spMk id="16" creationId="{53E5B1A8-3AC9-4BD1-9BBC-78CA94F2D1BA}"/>
          </ac:spMkLst>
        </pc:spChg>
      </pc:sldChg>
      <pc:sldChg chg="addSp delSp modSp new mod modClrScheme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2946516663" sldId="258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2946516663" sldId="258"/>
            <ac:spMk id="2" creationId="{04133CF2-FEEF-3FE2-5C97-DC5299FDC58A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11:05" v="156"/>
          <ac:spMkLst>
            <pc:docMk/>
            <pc:sldMk cId="2946516663" sldId="258"/>
            <ac:spMk id="3" creationId="{FBCE8BA7-2611-BFFC-E983-E3DC96676450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2946516663" sldId="258"/>
            <ac:spMk id="4" creationId="{20C7B889-507E-D402-8C56-664EF1A6EFFA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2946516663" sldId="258"/>
            <ac:spMk id="5" creationId="{E27E43B7-6229-A147-F4DA-47764D177638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2946516663" sldId="258"/>
            <ac:spMk id="6" creationId="{0244C07F-BD25-EFA0-A7A3-48836DEE8087}"/>
          </ac:spMkLst>
        </pc:spChg>
        <pc:graphicFrameChg chg="add del">
          <ac:chgData name="Costantino, Benjamin" userId="S::bxc116@shsu.edu::af31a2d7-9b3a-4d8e-9a57-ae4a21ce6f2a" providerId="AD" clId="Web-{09054F52-2CD7-D8BD-CDD5-A316813848E9}" dt="2026-04-24T20:10:52.015" v="151"/>
          <ac:graphicFrameMkLst>
            <pc:docMk/>
            <pc:sldMk cId="2946516663" sldId="258"/>
            <ac:graphicFrameMk id="8" creationId="{EFDDA527-17AC-175D-8C3C-B83E9AEAAAF5}"/>
          </ac:graphicFrameMkLst>
        </pc:graphicFrameChg>
        <pc:graphicFrameChg chg="add del">
          <ac:chgData name="Costantino, Benjamin" userId="S::bxc116@shsu.edu::af31a2d7-9b3a-4d8e-9a57-ae4a21ce6f2a" providerId="AD" clId="Web-{09054F52-2CD7-D8BD-CDD5-A316813848E9}" dt="2026-04-24T20:11:01.625" v="153"/>
          <ac:graphicFrameMkLst>
            <pc:docMk/>
            <pc:sldMk cId="2946516663" sldId="258"/>
            <ac:graphicFrameMk id="10" creationId="{C060D745-5B75-CE8B-5E8D-685F5966EAAB}"/>
          </ac:graphicFrameMkLst>
        </pc:graphicFrameChg>
        <pc:graphicFrameChg chg="add del">
          <ac:chgData name="Costantino, Benjamin" userId="S::bxc116@shsu.edu::af31a2d7-9b3a-4d8e-9a57-ae4a21ce6f2a" providerId="AD" clId="Web-{09054F52-2CD7-D8BD-CDD5-A316813848E9}" dt="2026-04-24T20:11:04.984" v="155"/>
          <ac:graphicFrameMkLst>
            <pc:docMk/>
            <pc:sldMk cId="2946516663" sldId="258"/>
            <ac:graphicFrameMk id="12" creationId="{EFDDA527-17AC-175D-8C3C-B83E9AEAAAF5}"/>
          </ac:graphicFrameMkLst>
        </pc:graphicFrameChg>
        <pc:graphicFrameChg chg="add mod ord">
          <ac:chgData name="Costantino, Benjamin" userId="S::bxc116@shsu.edu::af31a2d7-9b3a-4d8e-9a57-ae4a21ce6f2a" providerId="AD" clId="Web-{09054F52-2CD7-D8BD-CDD5-A316813848E9}" dt="2026-04-24T20:20:10.856" v="243"/>
          <ac:graphicFrameMkLst>
            <pc:docMk/>
            <pc:sldMk cId="2946516663" sldId="258"/>
            <ac:graphicFrameMk id="14" creationId="{C060D745-5B75-CE8B-5E8D-685F5966EAAB}"/>
          </ac:graphicFrameMkLst>
        </pc:graphicFrameChg>
      </pc:sldChg>
      <pc:sldChg chg="addSp delSp modSp new mod setBg modClrScheme delDesignElem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1616524673" sldId="259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2" creationId="{F218E6C2-83A4-F284-1931-F5B1E3C220F2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12:15.990" v="169"/>
          <ac:spMkLst>
            <pc:docMk/>
            <pc:sldMk cId="1616524673" sldId="259"/>
            <ac:spMk id="3" creationId="{FCB3F8B6-DAE4-0D2C-60F3-BC6D334032F8}"/>
          </ac:spMkLst>
        </pc:spChg>
        <pc:spChg chg="del">
          <ac:chgData name="Costantino, Benjamin" userId="S::bxc116@shsu.edu::af31a2d7-9b3a-4d8e-9a57-ae4a21ce6f2a" providerId="AD" clId="Web-{09054F52-2CD7-D8BD-CDD5-A316813848E9}" dt="2026-04-24T20:02:26.742" v="42"/>
          <ac:spMkLst>
            <pc:docMk/>
            <pc:sldMk cId="1616524673" sldId="259"/>
            <ac:spMk id="4" creationId="{626B1972-BF2B-63FB-A743-A2178B89599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10" creationId="{A8384FB5-9ADC-4DDC-881B-597D56F5B15D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12" creationId="{91E5A9A7-95C6-4F4F-B00E-C82E07FE62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14" creationId="{D07DD2DE-F619-49DD-B5E7-03A290FF4ED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16" creationId="{85149191-5F60-4A28-AAFF-039F96B0F3EC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616524673" sldId="259"/>
            <ac:spMk id="18" creationId="{F8260ED5-17F7-4158-B241-D51DD4CF1B7E}"/>
          </ac:spMkLst>
        </pc:spChg>
        <pc:picChg chg="add del mod ord">
          <ac:chgData name="Costantino, Benjamin" userId="S::bxc116@shsu.edu::af31a2d7-9b3a-4d8e-9a57-ae4a21ce6f2a" providerId="AD" clId="Web-{09054F52-2CD7-D8BD-CDD5-A316813848E9}" dt="2026-04-24T20:20:10.856" v="243"/>
          <ac:picMkLst>
            <pc:docMk/>
            <pc:sldMk cId="1616524673" sldId="259"/>
            <ac:picMk id="5" creationId="{B66D59C6-4EAA-20D6-01C3-A68B8B1B14D2}"/>
          </ac:picMkLst>
        </pc:pic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1042730337" sldId="260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1042730337" sldId="260"/>
            <ac:spMk id="2" creationId="{132B5947-543A-43FB-7204-0E3E60B9E13E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3:28.590" v="185"/>
          <ac:spMkLst>
            <pc:docMk/>
            <pc:sldMk cId="1042730337" sldId="260"/>
            <ac:spMk id="3" creationId="{E56A0E17-1DAA-6041-4BE5-4AC892B935E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7.276" v="180"/>
          <ac:spMkLst>
            <pc:docMk/>
            <pc:sldMk cId="1042730337" sldId="260"/>
            <ac:spMk id="8" creationId="{1B15ED52-F352-441B-82BF-E0EA34836D0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4.510" v="178"/>
          <ac:spMkLst>
            <pc:docMk/>
            <pc:sldMk cId="1042730337" sldId="260"/>
            <ac:spMk id="9" creationId="{362810D9-2C5A-477D-949C-C191895477F3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7.276" v="180"/>
          <ac:spMkLst>
            <pc:docMk/>
            <pc:sldMk cId="1042730337" sldId="260"/>
            <ac:spMk id="10" creationId="{3B2E3793-BFE6-45A2-9B7B-E18844431C99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4.510" v="178"/>
          <ac:spMkLst>
            <pc:docMk/>
            <pc:sldMk cId="1042730337" sldId="260"/>
            <ac:spMk id="11" creationId="{081E4A58-353D-44AE-B2FC-2A74E2E400F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7.276" v="180"/>
          <ac:spMkLst>
            <pc:docMk/>
            <pc:sldMk cId="1042730337" sldId="260"/>
            <ac:spMk id="12" creationId="{BC4C4868-CB8F-4AF9-9CDB-8108F2C19B6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7.276" v="180"/>
          <ac:spMkLst>
            <pc:docMk/>
            <pc:sldMk cId="1042730337" sldId="260"/>
            <ac:spMk id="14" creationId="{375E0459-6403-40CD-989D-56A4407CA12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17.276" v="180"/>
          <ac:spMkLst>
            <pc:docMk/>
            <pc:sldMk cId="1042730337" sldId="260"/>
            <ac:spMk id="16" creationId="{53E5B1A8-3AC9-4BD1-9BBC-78CA94F2D1BA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20.730" v="182"/>
          <ac:spMkLst>
            <pc:docMk/>
            <pc:sldMk cId="1042730337" sldId="260"/>
            <ac:spMk id="18" creationId="{907EF6B7-1338-4443-8C46-6A318D952DFD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20.730" v="182"/>
          <ac:spMkLst>
            <pc:docMk/>
            <pc:sldMk cId="1042730337" sldId="260"/>
            <ac:spMk id="19" creationId="{DAAE4CDD-124C-4DCF-9584-B6033B545DD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20.730" v="182"/>
          <ac:spMkLst>
            <pc:docMk/>
            <pc:sldMk cId="1042730337" sldId="260"/>
            <ac:spMk id="20" creationId="{081E4A58-353D-44AE-B2FC-2A74E2E400F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13:28.558" v="184"/>
          <ac:spMkLst>
            <pc:docMk/>
            <pc:sldMk cId="1042730337" sldId="260"/>
            <ac:spMk id="22" creationId="{B50AB553-2A96-4A92-96F2-93548E096954}"/>
          </ac:spMkLst>
        </pc:spChg>
        <pc:graphicFrameChg chg="add del">
          <ac:chgData name="Costantino, Benjamin" userId="S::bxc116@shsu.edu::af31a2d7-9b3a-4d8e-9a57-ae4a21ce6f2a" providerId="AD" clId="Web-{09054F52-2CD7-D8BD-CDD5-A316813848E9}" dt="2026-04-24T20:13:28.558" v="184"/>
          <ac:graphicFrameMkLst>
            <pc:docMk/>
            <pc:sldMk cId="1042730337" sldId="260"/>
            <ac:graphicFrameMk id="23" creationId="{B35BA907-A7F7-1AC4-F06D-1D9C6FAF4861}"/>
          </ac:graphicFrameMkLst>
        </pc:graphicFrameChg>
        <pc:graphicFrameChg chg="add mod ord">
          <ac:chgData name="Costantino, Benjamin" userId="S::bxc116@shsu.edu::af31a2d7-9b3a-4d8e-9a57-ae4a21ce6f2a" providerId="AD" clId="Web-{09054F52-2CD7-D8BD-CDD5-A316813848E9}" dt="2026-04-24T20:20:10.856" v="243"/>
          <ac:graphicFrameMkLst>
            <pc:docMk/>
            <pc:sldMk cId="1042730337" sldId="260"/>
            <ac:graphicFrameMk id="25" creationId="{8FAA21B1-E526-532A-7F7F-F4404CD65E76}"/>
          </ac:graphicFrameMkLst>
        </pc:graphicFrameChg>
        <pc:picChg chg="add del">
          <ac:chgData name="Costantino, Benjamin" userId="S::bxc116@shsu.edu::af31a2d7-9b3a-4d8e-9a57-ae4a21ce6f2a" providerId="AD" clId="Web-{09054F52-2CD7-D8BD-CDD5-A316813848E9}" dt="2026-04-24T20:13:14.510" v="178"/>
          <ac:picMkLst>
            <pc:docMk/>
            <pc:sldMk cId="1042730337" sldId="260"/>
            <ac:picMk id="5" creationId="{CD8694C9-2ACF-27F9-0170-52E69ED00E50}"/>
          </ac:picMkLst>
        </pc:picChg>
        <pc:picChg chg="add del">
          <ac:chgData name="Costantino, Benjamin" userId="S::bxc116@shsu.edu::af31a2d7-9b3a-4d8e-9a57-ae4a21ce6f2a" providerId="AD" clId="Web-{09054F52-2CD7-D8BD-CDD5-A316813848E9}" dt="2026-04-24T20:13:28.558" v="184"/>
          <ac:picMkLst>
            <pc:docMk/>
            <pc:sldMk cId="1042730337" sldId="260"/>
            <ac:picMk id="6" creationId="{1F80C8BC-12E3-CECE-B4E2-23497A33341C}"/>
          </ac:picMkLst>
        </pc:picChg>
      </pc:sldChg>
      <pc:sldChg chg="addSp delSp modSp new mod setBg modClrScheme delDesignElem chgLayout">
        <pc:chgData name="Costantino, Benjamin" userId="S::bxc116@shsu.edu::af31a2d7-9b3a-4d8e-9a57-ae4a21ce6f2a" providerId="AD" clId="Web-{09054F52-2CD7-D8BD-CDD5-A316813848E9}" dt="2026-04-24T20:20:10.856" v="243"/>
        <pc:sldMkLst>
          <pc:docMk/>
          <pc:sldMk cId="3786890823" sldId="261"/>
        </pc:sldMkLst>
        <pc:spChg chg="mod ord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2" creationId="{B2C8126A-E50B-9BAD-1AE1-DEA76BC0781D}"/>
          </ac:spMkLst>
        </pc:spChg>
        <pc:spChg chg="del">
          <ac:chgData name="Costantino, Benjamin" userId="S::bxc116@shsu.edu::af31a2d7-9b3a-4d8e-9a57-ae4a21ce6f2a" providerId="AD" clId="Web-{09054F52-2CD7-D8BD-CDD5-A316813848E9}" dt="2026-04-24T20:13:45.684" v="186"/>
          <ac:spMkLst>
            <pc:docMk/>
            <pc:sldMk cId="3786890823" sldId="261"/>
            <ac:spMk id="3" creationId="{C9254BC0-4D2B-A4FF-2997-285919B4AEFC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9" creationId="{A8384FB5-9ADC-4DDC-881B-597D56F5B15D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11" creationId="{91E5A9A7-95C6-4F4F-B00E-C82E07FE62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13" creationId="{D07DD2DE-F619-49DD-B5E7-03A290FF4ED1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15" creationId="{85149191-5F60-4A28-AAFF-039F96B0F3EC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0:10.856" v="243"/>
          <ac:spMkLst>
            <pc:docMk/>
            <pc:sldMk cId="3786890823" sldId="261"/>
            <ac:spMk id="17" creationId="{F8260ED5-17F7-4158-B241-D51DD4CF1B7E}"/>
          </ac:spMkLst>
        </pc:spChg>
        <pc:picChg chg="add mod ord">
          <ac:chgData name="Costantino, Benjamin" userId="S::bxc116@shsu.edu::af31a2d7-9b3a-4d8e-9a57-ae4a21ce6f2a" providerId="AD" clId="Web-{09054F52-2CD7-D8BD-CDD5-A316813848E9}" dt="2026-04-24T20:20:10.856" v="243"/>
          <ac:picMkLst>
            <pc:docMk/>
            <pc:sldMk cId="3786890823" sldId="261"/>
            <ac:picMk id="4" creationId="{4F5E1DFD-F57E-390A-898F-A8AEF4C9732F}"/>
          </ac:picMkLst>
        </pc:picChg>
      </pc:sldChg>
      <pc:sldChg chg="addSp delSp modSp new del mod modClrScheme chgLayout">
        <pc:chgData name="Costantino, Benjamin" userId="S::bxc116@shsu.edu::af31a2d7-9b3a-4d8e-9a57-ae4a21ce6f2a" providerId="AD" clId="Web-{09054F52-2CD7-D8BD-CDD5-A316813848E9}" dt="2026-04-24T20:21:02.841" v="252"/>
        <pc:sldMkLst>
          <pc:docMk/>
          <pc:sldMk cId="815832689" sldId="262"/>
        </pc:sldMkLst>
        <pc:spChg chg="mod ord">
          <ac:chgData name="Costantino, Benjamin" userId="S::bxc116@shsu.edu::af31a2d7-9b3a-4d8e-9a57-ae4a21ce6f2a" providerId="AD" clId="Web-{09054F52-2CD7-D8BD-CDD5-A316813848E9}" dt="2026-04-24T20:20:44.138" v="250"/>
          <ac:spMkLst>
            <pc:docMk/>
            <pc:sldMk cId="815832689" sldId="262"/>
            <ac:spMk id="2" creationId="{AAB0B44C-C39A-41A4-1760-E959569AE65B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20:56.263" v="251" actId="20577"/>
          <ac:spMkLst>
            <pc:docMk/>
            <pc:sldMk cId="815832689" sldId="262"/>
            <ac:spMk id="3" creationId="{F87C6645-216E-6EBA-8A7D-9D1B5685353D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18:02.603" v="215"/>
          <ac:spMkLst>
            <pc:docMk/>
            <pc:sldMk cId="815832689" sldId="262"/>
            <ac:spMk id="4" creationId="{E86B5671-395B-2E3D-EDE4-7C66BB940E19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20:44.138" v="250"/>
          <ac:spMkLst>
            <pc:docMk/>
            <pc:sldMk cId="815832689" sldId="262"/>
            <ac:spMk id="5" creationId="{BB81CEF5-B89D-B34F-B83C-F09202B2BCC9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20:35.341" v="249"/>
          <ac:spMkLst>
            <pc:docMk/>
            <pc:sldMk cId="815832689" sldId="262"/>
            <ac:spMk id="6" creationId="{8C11612F-1911-AD88-AA9A-CD28A6131D02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20:44.138" v="250"/>
          <ac:spMkLst>
            <pc:docMk/>
            <pc:sldMk cId="815832689" sldId="262"/>
            <ac:spMk id="39" creationId="{41D69B26-49AB-8868-EC82-4FFA1A3E98EE}"/>
          </ac:spMkLst>
        </pc:spChg>
        <pc:graphicFrameChg chg="add del mod ord modGraphic">
          <ac:chgData name="Costantino, Benjamin" userId="S::bxc116@shsu.edu::af31a2d7-9b3a-4d8e-9a57-ae4a21ce6f2a" providerId="AD" clId="Web-{09054F52-2CD7-D8BD-CDD5-A316813848E9}" dt="2026-04-24T20:16:43.584" v="197"/>
          <ac:graphicFrameMkLst>
            <pc:docMk/>
            <pc:sldMk cId="815832689" sldId="262"/>
            <ac:graphicFrameMk id="8" creationId="{0A17BB84-B09A-D853-4039-A7E0EC24E727}"/>
          </ac:graphicFrameMkLst>
        </pc:graphicFrameChg>
        <pc:graphicFrameChg chg="add del mod ord modGraphic">
          <ac:chgData name="Costantino, Benjamin" userId="S::bxc116@shsu.edu::af31a2d7-9b3a-4d8e-9a57-ae4a21ce6f2a" providerId="AD" clId="Web-{09054F52-2CD7-D8BD-CDD5-A316813848E9}" dt="2026-04-24T20:16:49.709" v="199"/>
          <ac:graphicFrameMkLst>
            <pc:docMk/>
            <pc:sldMk cId="815832689" sldId="262"/>
            <ac:graphicFrameMk id="10" creationId="{D8674706-16CE-E29F-E0DF-CC2C4FAEED43}"/>
          </ac:graphicFrameMkLst>
        </pc:graphicFrameChg>
        <pc:graphicFrameChg chg="add del mod ord modGraphic">
          <ac:chgData name="Costantino, Benjamin" userId="S::bxc116@shsu.edu::af31a2d7-9b3a-4d8e-9a57-ae4a21ce6f2a" providerId="AD" clId="Web-{09054F52-2CD7-D8BD-CDD5-A316813848E9}" dt="2026-04-24T20:16:56.163" v="201"/>
          <ac:graphicFrameMkLst>
            <pc:docMk/>
            <pc:sldMk cId="815832689" sldId="262"/>
            <ac:graphicFrameMk id="12" creationId="{66EF436E-0B41-81EA-4E8F-E6131BA3DD5F}"/>
          </ac:graphicFrameMkLst>
        </pc:graphicFrameChg>
        <pc:graphicFrameChg chg="add del mod ord modGraphic">
          <ac:chgData name="Costantino, Benjamin" userId="S::bxc116@shsu.edu::af31a2d7-9b3a-4d8e-9a57-ae4a21ce6f2a" providerId="AD" clId="Web-{09054F52-2CD7-D8BD-CDD5-A316813848E9}" dt="2026-04-24T20:20:35.341" v="248"/>
          <ac:graphicFrameMkLst>
            <pc:docMk/>
            <pc:sldMk cId="815832689" sldId="262"/>
            <ac:graphicFrameMk id="14" creationId="{591CA6B1-24C5-525D-2CB4-4680C1621F56}"/>
          </ac:graphicFrameMkLst>
        </pc:graphicFrameChg>
        <pc:graphicFrameChg chg="add del">
          <ac:chgData name="Costantino, Benjamin" userId="S::bxc116@shsu.edu::af31a2d7-9b3a-4d8e-9a57-ae4a21ce6f2a" providerId="AD" clId="Web-{09054F52-2CD7-D8BD-CDD5-A316813848E9}" dt="2026-04-24T20:17:49.633" v="209"/>
          <ac:graphicFrameMkLst>
            <pc:docMk/>
            <pc:sldMk cId="815832689" sldId="262"/>
            <ac:graphicFrameMk id="16" creationId="{B050CC57-780B-7C27-C95E-AEDC0D5A3C83}"/>
          </ac:graphicFrameMkLst>
        </pc:graphicFrameChg>
        <pc:graphicFrameChg chg="add del">
          <ac:chgData name="Costantino, Benjamin" userId="S::bxc116@shsu.edu::af31a2d7-9b3a-4d8e-9a57-ae4a21ce6f2a" providerId="AD" clId="Web-{09054F52-2CD7-D8BD-CDD5-A316813848E9}" dt="2026-04-24T20:17:52.539" v="211"/>
          <ac:graphicFrameMkLst>
            <pc:docMk/>
            <pc:sldMk cId="815832689" sldId="262"/>
            <ac:graphicFrameMk id="18" creationId="{9248835E-DF52-A023-78A9-506EE1EDFFF0}"/>
          </ac:graphicFrameMkLst>
        </pc:graphicFrameChg>
        <pc:graphicFrameChg chg="add del">
          <ac:chgData name="Costantino, Benjamin" userId="S::bxc116@shsu.edu::af31a2d7-9b3a-4d8e-9a57-ae4a21ce6f2a" providerId="AD" clId="Web-{09054F52-2CD7-D8BD-CDD5-A316813848E9}" dt="2026-04-24T20:17:59.055" v="213"/>
          <ac:graphicFrameMkLst>
            <pc:docMk/>
            <pc:sldMk cId="815832689" sldId="262"/>
            <ac:graphicFrameMk id="20" creationId="{8193BE24-A44F-5EA9-CA7F-9C97AB0361F1}"/>
          </ac:graphicFrameMkLst>
        </pc:graphicFrame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23:39.609" v="382"/>
        <pc:sldMkLst>
          <pc:docMk/>
          <pc:sldMk cId="1084681607" sldId="263"/>
        </pc:sldMkLst>
        <pc:spChg chg="mod or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2" creationId="{4B8A1BB6-1CCD-6E3B-1D72-435AB38BB511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3" creationId="{E66555E9-5F4A-B0E0-0787-9531282DD8BD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23:10.750" v="373"/>
          <ac:spMkLst>
            <pc:docMk/>
            <pc:sldMk cId="1084681607" sldId="263"/>
            <ac:spMk id="4" creationId="{996EAC5C-3246-5743-CCF9-84F8EF3C5D2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5" creationId="{09588DA8-065E-4F6F-8EFD-43104AB2E0C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6" creationId="{C4285719-470E-454C-AF62-8323075F1F5B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7" creationId="{CD9FE4EF-C4D8-49A0-B2FF-81D8DB7D8A24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8" creationId="{2D0A1358-4F26-2BCE-1A09-0099747FEE87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9" creationId="{4300840D-0A0B-4512-BACA-B439D5B9C57C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10" creationId="{EF046894-1827-22D6-5845-02A74A844698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11" creationId="{D2B78728-A580-49A7-84F9-6EF6F583ADE0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12" creationId="{D612AA6F-BFB8-B8DC-4447-4037FA57DE1B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13" creationId="{38FAA1A1-D861-433F-88FA-1E9D6FD31D11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14" creationId="{B201D90D-26C8-37DB-8167-0437216126F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6.656" v="379"/>
          <ac:spMkLst>
            <pc:docMk/>
            <pc:sldMk cId="1084681607" sldId="263"/>
            <ac:spMk id="15" creationId="{8D71EDA1-87BF-4D5D-AB79-F346FD19278A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16" creationId="{9D9FC0B6-94D9-CD89-F0F8-2C69906191F3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3:39.594" v="381"/>
          <ac:spMkLst>
            <pc:docMk/>
            <pc:sldMk cId="1084681607" sldId="263"/>
            <ac:spMk id="17" creationId="{E51BA4DF-2BD4-4EC2-B1DB-B27C8AC71864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35.386" v="234"/>
          <ac:spMkLst>
            <pc:docMk/>
            <pc:sldMk cId="1084681607" sldId="263"/>
            <ac:spMk id="18" creationId="{893D3FBA-DB45-2440-D90F-0A04BA7D3DC2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41.261" v="236"/>
          <ac:spMkLst>
            <pc:docMk/>
            <pc:sldMk cId="1084681607" sldId="263"/>
            <ac:spMk id="20" creationId="{36635049-B22F-D44C-6A0E-895CDE7F782D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41.261" v="236"/>
          <ac:spMkLst>
            <pc:docMk/>
            <pc:sldMk cId="1084681607" sldId="263"/>
            <ac:spMk id="21" creationId="{AC82E53C-E288-C130-9347-5EBFAB8817DB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41.261" v="236"/>
          <ac:spMkLst>
            <pc:docMk/>
            <pc:sldMk cId="1084681607" sldId="263"/>
            <ac:spMk id="22" creationId="{67D21007-7575-6CC4-645D-77ADDFDF500F}"/>
          </ac:spMkLst>
        </pc:spChg>
        <pc:spChg chg="add del mod">
          <ac:chgData name="Costantino, Benjamin" userId="S::bxc116@shsu.edu::af31a2d7-9b3a-4d8e-9a57-ae4a21ce6f2a" providerId="AD" clId="Web-{09054F52-2CD7-D8BD-CDD5-A316813848E9}" dt="2026-04-24T20:19:41.261" v="236"/>
          <ac:spMkLst>
            <pc:docMk/>
            <pc:sldMk cId="1084681607" sldId="263"/>
            <ac:spMk id="23" creationId="{787E9553-7B65-1565-B7A7-9E2855E63AEC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26" creationId="{09588DA8-065E-4F6F-8EFD-43104AB2E0CF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27" creationId="{C4285719-470E-454C-AF62-8323075F1F5B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28" creationId="{CD9FE4EF-C4D8-49A0-B2FF-81D8DB7D8A24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29" creationId="{4300840D-0A0B-4512-BACA-B439D5B9C57C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30" creationId="{D2B78728-A580-49A7-84F9-6EF6F583ADE0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31" creationId="{38FAA1A1-D861-433F-88FA-1E9D6FD31D11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32" creationId="{8D71EDA1-87BF-4D5D-AB79-F346FD19278A}"/>
          </ac:spMkLst>
        </pc:spChg>
        <pc:spChg chg="add">
          <ac:chgData name="Costantino, Benjamin" userId="S::bxc116@shsu.edu::af31a2d7-9b3a-4d8e-9a57-ae4a21ce6f2a" providerId="AD" clId="Web-{09054F52-2CD7-D8BD-CDD5-A316813848E9}" dt="2026-04-24T20:23:39.609" v="382"/>
          <ac:spMkLst>
            <pc:docMk/>
            <pc:sldMk cId="1084681607" sldId="263"/>
            <ac:spMk id="33" creationId="{E66555E9-5F4A-B0E0-0787-9531282DD8BD}"/>
          </ac:spMkLst>
        </pc:spChg>
        <pc:graphicFrameChg chg="add del">
          <ac:chgData name="Costantino, Benjamin" userId="S::bxc116@shsu.edu::af31a2d7-9b3a-4d8e-9a57-ae4a21ce6f2a" providerId="AD" clId="Web-{09054F52-2CD7-D8BD-CDD5-A316813848E9}" dt="2026-04-24T20:23:39.594" v="381"/>
          <ac:graphicFrameMkLst>
            <pc:docMk/>
            <pc:sldMk cId="1084681607" sldId="263"/>
            <ac:graphicFrameMk id="24" creationId="{EFDDB333-027B-5AA5-A46F-F76FE94D077E}"/>
          </ac:graphicFrameMkLst>
        </pc:graphicFrameChg>
        <pc:picChg chg="add del">
          <ac:chgData name="Costantino, Benjamin" userId="S::bxc116@shsu.edu::af31a2d7-9b3a-4d8e-9a57-ae4a21ce6f2a" providerId="AD" clId="Web-{09054F52-2CD7-D8BD-CDD5-A316813848E9}" dt="2026-04-24T20:23:39.594" v="381"/>
          <ac:picMkLst>
            <pc:docMk/>
            <pc:sldMk cId="1084681607" sldId="263"/>
            <ac:picMk id="19" creationId="{58B9BFFA-D5B1-FE7F-F8F2-700BB9AB27BF}"/>
          </ac:picMkLst>
        </pc:pic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28:48.866" v="416" actId="20577"/>
        <pc:sldMkLst>
          <pc:docMk/>
          <pc:sldMk cId="1527350466" sldId="264"/>
        </pc:sldMkLst>
        <pc:spChg chg="mod or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2" creationId="{FF364192-93E7-915E-8F36-E9D5DF891AA2}"/>
          </ac:spMkLst>
        </pc:spChg>
        <pc:spChg chg="add del mod ord">
          <ac:chgData name="Costantino, Benjamin" userId="S::bxc116@shsu.edu::af31a2d7-9b3a-4d8e-9a57-ae4a21ce6f2a" providerId="AD" clId="Web-{09054F52-2CD7-D8BD-CDD5-A316813848E9}" dt="2026-04-24T20:25:42.799" v="388"/>
          <ac:spMkLst>
            <pc:docMk/>
            <pc:sldMk cId="1527350466" sldId="264"/>
            <ac:spMk id="3" creationId="{DC2C5594-1A5F-EE05-B85F-83D7894ED86D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28:48.866" v="416" actId="20577"/>
          <ac:spMkLst>
            <pc:docMk/>
            <pc:sldMk cId="1527350466" sldId="264"/>
            <ac:spMk id="4" creationId="{EC238BE6-46F2-39F8-6FB5-A58004D1045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11" creationId="{D7A453D2-15D8-4403-815F-291FA16340D9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13" creationId="{8161EA6B-09CA-445B-AB0D-8DF76FA92D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09" v="397"/>
          <ac:spMkLst>
            <pc:docMk/>
            <pc:sldMk cId="1527350466" sldId="264"/>
            <ac:spMk id="23" creationId="{B8114C98-A349-4111-A123-E8EAB86ABE3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31" creationId="{E2D3D3F2-ABBB-4453-B1C5-1BEBF7E4DD56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6:57.893" v="395"/>
          <ac:spMkLst>
            <pc:docMk/>
            <pc:sldMk cId="1527350466" sldId="264"/>
            <ac:spMk id="48" creationId="{5C9B446A-6343-4E56-90BA-061E4DDF0FFB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6:57.893" v="395"/>
          <ac:spMkLst>
            <pc:docMk/>
            <pc:sldMk cId="1527350466" sldId="264"/>
            <ac:spMk id="50" creationId="{3EC72A1B-03D3-499C-B4BF-AC68EEC22B1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6:57.893" v="395"/>
          <ac:spMkLst>
            <pc:docMk/>
            <pc:sldMk cId="1527350466" sldId="264"/>
            <ac:spMk id="52" creationId="{216322C2-3CF0-4D33-BF90-3F384CF6D232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6:57.893" v="395"/>
          <ac:spMkLst>
            <pc:docMk/>
            <pc:sldMk cId="1527350466" sldId="264"/>
            <ac:spMk id="54" creationId="{55D4142C-5077-457F-A6AD-3FECFDB39685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6:57.893" v="395"/>
          <ac:spMkLst>
            <pc:docMk/>
            <pc:sldMk cId="1527350466" sldId="264"/>
            <ac:spMk id="56" creationId="{7A5F0580-5EE9-419F-96EE-B6529EF6E7D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09" v="397"/>
          <ac:spMkLst>
            <pc:docMk/>
            <pc:sldMk cId="1527350466" sldId="264"/>
            <ac:spMk id="58" creationId="{2596F992-698C-48C0-9D89-70DA4CE927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09" v="397"/>
          <ac:spMkLst>
            <pc:docMk/>
            <pc:sldMk cId="1527350466" sldId="264"/>
            <ac:spMk id="59" creationId="{E7BFF8DC-0AE7-4AD2-9B28-2E5F26D62C3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04.409" v="397"/>
          <ac:spMkLst>
            <pc:docMk/>
            <pc:sldMk cId="1527350466" sldId="264"/>
            <ac:spMk id="60" creationId="{7E0162AD-C6E5-4BF8-A453-76ADB36877D3}"/>
          </ac:spMkLst>
        </pc:spChg>
        <pc:spChg chg="ad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62" creationId="{5C9B446A-6343-4E56-90BA-061E4DDF0FFB}"/>
          </ac:spMkLst>
        </pc:spChg>
        <pc:spChg chg="ad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63" creationId="{3EC72A1B-03D3-499C-B4BF-AC68EEC22B10}"/>
          </ac:spMkLst>
        </pc:spChg>
        <pc:spChg chg="ad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64" creationId="{216322C2-3CF0-4D33-BF90-3F384CF6D232}"/>
          </ac:spMkLst>
        </pc:spChg>
        <pc:spChg chg="ad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65" creationId="{55D4142C-5077-457F-A6AD-3FECFDB39685}"/>
          </ac:spMkLst>
        </pc:spChg>
        <pc:spChg chg="add">
          <ac:chgData name="Costantino, Benjamin" userId="S::bxc116@shsu.edu::af31a2d7-9b3a-4d8e-9a57-ae4a21ce6f2a" providerId="AD" clId="Web-{09054F52-2CD7-D8BD-CDD5-A316813848E9}" dt="2026-04-24T20:27:04.425" v="398"/>
          <ac:spMkLst>
            <pc:docMk/>
            <pc:sldMk cId="1527350466" sldId="264"/>
            <ac:spMk id="66" creationId="{7A5F0580-5EE9-419F-96EE-B6529EF6E7D0}"/>
          </ac:spMkLst>
        </pc:spChg>
        <pc:grpChg chg="add">
          <ac:chgData name="Costantino, Benjamin" userId="S::bxc116@shsu.edu::af31a2d7-9b3a-4d8e-9a57-ae4a21ce6f2a" providerId="AD" clId="Web-{09054F52-2CD7-D8BD-CDD5-A316813848E9}" dt="2026-04-24T20:25:45.877" v="389"/>
          <ac:grpSpMkLst>
            <pc:docMk/>
            <pc:sldMk cId="1527350466" sldId="264"/>
            <ac:grpSpMk id="15" creationId="{B352BBB9-69A8-405C-9209-A9FE217AEDC4}"/>
          </ac:grpSpMkLst>
        </pc:grpChg>
        <pc:grpChg chg="add">
          <ac:chgData name="Costantino, Benjamin" userId="S::bxc116@shsu.edu::af31a2d7-9b3a-4d8e-9a57-ae4a21ce6f2a" providerId="AD" clId="Web-{09054F52-2CD7-D8BD-CDD5-A316813848E9}" dt="2026-04-24T20:25:45.877" v="389"/>
          <ac:grpSpMkLst>
            <pc:docMk/>
            <pc:sldMk cId="1527350466" sldId="264"/>
            <ac:grpSpMk id="25" creationId="{670FB431-AE18-414D-92F4-1D12D1991152}"/>
          </ac:grpSpMkLst>
        </pc:grpChg>
        <pc:grpChg chg="add">
          <ac:chgData name="Costantino, Benjamin" userId="S::bxc116@shsu.edu::af31a2d7-9b3a-4d8e-9a57-ae4a21ce6f2a" providerId="AD" clId="Web-{09054F52-2CD7-D8BD-CDD5-A316813848E9}" dt="2026-04-24T20:25:45.877" v="389"/>
          <ac:grpSpMkLst>
            <pc:docMk/>
            <pc:sldMk cId="1527350466" sldId="264"/>
            <ac:grpSpMk id="33" creationId="{8214E4A5-A0D2-42C4-8D14-D2A7E495F041}"/>
          </ac:grpSpMkLst>
        </pc:grpChg>
        <pc:picChg chg="add del mod ord">
          <ac:chgData name="Costantino, Benjamin" userId="S::bxc116@shsu.edu::af31a2d7-9b3a-4d8e-9a57-ae4a21ce6f2a" providerId="AD" clId="Web-{09054F52-2CD7-D8BD-CDD5-A316813848E9}" dt="2026-04-24T20:25:29.955" v="387"/>
          <ac:picMkLst>
            <pc:docMk/>
            <pc:sldMk cId="1527350466" sldId="264"/>
            <ac:picMk id="5" creationId="{707A8CF1-0FAD-27A9-4522-9C1DA02A0259}"/>
          </ac:picMkLst>
        </pc:picChg>
        <pc:picChg chg="add mod ord">
          <ac:chgData name="Costantino, Benjamin" userId="S::bxc116@shsu.edu::af31a2d7-9b3a-4d8e-9a57-ae4a21ce6f2a" providerId="AD" clId="Web-{09054F52-2CD7-D8BD-CDD5-A316813848E9}" dt="2026-04-24T20:27:04.409" v="397"/>
          <ac:picMkLst>
            <pc:docMk/>
            <pc:sldMk cId="1527350466" sldId="264"/>
            <ac:picMk id="6" creationId="{53948404-24A1-4874-D09A-3FD5697FC98E}"/>
          </ac:picMkLst>
        </pc:picChg>
      </pc:sldChg>
      <pc:sldChg chg="addSp delSp modSp add mod replId setBg modClrScheme chgLayout">
        <pc:chgData name="Costantino, Benjamin" userId="S::bxc116@shsu.edu::af31a2d7-9b3a-4d8e-9a57-ae4a21ce6f2a" providerId="AD" clId="Web-{09054F52-2CD7-D8BD-CDD5-A316813848E9}" dt="2026-04-24T20:28:06.535" v="409"/>
        <pc:sldMkLst>
          <pc:docMk/>
          <pc:sldMk cId="1467317099" sldId="265"/>
        </pc:sldMkLst>
        <pc:spChg chg="mod ord">
          <ac:chgData name="Costantino, Benjamin" userId="S::bxc116@shsu.edu::af31a2d7-9b3a-4d8e-9a57-ae4a21ce6f2a" providerId="AD" clId="Web-{09054F52-2CD7-D8BD-CDD5-A316813848E9}" dt="2026-04-24T20:28:06.535" v="409"/>
          <ac:spMkLst>
            <pc:docMk/>
            <pc:sldMk cId="1467317099" sldId="265"/>
            <ac:spMk id="2" creationId="{49D4B382-19E2-D0B6-AF8C-093BCA429301}"/>
          </ac:spMkLst>
        </pc:spChg>
        <pc:spChg chg="del mod ord">
          <ac:chgData name="Costantino, Benjamin" userId="S::bxc116@shsu.edu::af31a2d7-9b3a-4d8e-9a57-ae4a21ce6f2a" providerId="AD" clId="Web-{09054F52-2CD7-D8BD-CDD5-A316813848E9}" dt="2026-04-24T20:27:47.081" v="400"/>
          <ac:spMkLst>
            <pc:docMk/>
            <pc:sldMk cId="1467317099" sldId="265"/>
            <ac:spMk id="3" creationId="{D8C9E32E-83D5-C58B-00D1-B2E48171FE5B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28:06.535" v="409"/>
          <ac:spMkLst>
            <pc:docMk/>
            <pc:sldMk cId="1467317099" sldId="265"/>
            <ac:spMk id="4" creationId="{8645657A-A346-2EDF-FE93-EF29396414C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8:06.519" v="408"/>
          <ac:spMkLst>
            <pc:docMk/>
            <pc:sldMk cId="1467317099" sldId="265"/>
            <ac:spMk id="7" creationId="{2596F992-698C-48C0-9D89-70DA4CE927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8:06.519" v="408"/>
          <ac:spMkLst>
            <pc:docMk/>
            <pc:sldMk cId="1467317099" sldId="265"/>
            <ac:spMk id="8" creationId="{E7BFF8DC-0AE7-4AD2-9B28-2E5F26D62C3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8:06.519" v="408"/>
          <ac:spMkLst>
            <pc:docMk/>
            <pc:sldMk cId="1467317099" sldId="265"/>
            <ac:spMk id="9" creationId="{7E0162AD-C6E5-4BF8-A453-76ADB36877D3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6.019" v="402"/>
          <ac:spMkLst>
            <pc:docMk/>
            <pc:sldMk cId="1467317099" sldId="265"/>
            <ac:spMk id="10" creationId="{D7A453D2-15D8-4403-815F-291FA16340D9}"/>
          </ac:spMkLst>
        </pc:spChg>
        <pc:spChg chg="add">
          <ac:chgData name="Costantino, Benjamin" userId="S::bxc116@shsu.edu::af31a2d7-9b3a-4d8e-9a57-ae4a21ce6f2a" providerId="AD" clId="Web-{09054F52-2CD7-D8BD-CDD5-A316813848E9}" dt="2026-04-24T20:28:06.535" v="409"/>
          <ac:spMkLst>
            <pc:docMk/>
            <pc:sldMk cId="1467317099" sldId="265"/>
            <ac:spMk id="11" creationId="{9E6671AF-110C-4E4D-BEB4-1323A3136D1B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6.019" v="402"/>
          <ac:spMkLst>
            <pc:docMk/>
            <pc:sldMk cId="1467317099" sldId="265"/>
            <ac:spMk id="12" creationId="{8161EA6B-09CA-445B-AB0D-8DF76FA92DEF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6.019" v="402"/>
          <ac:spMkLst>
            <pc:docMk/>
            <pc:sldMk cId="1467317099" sldId="265"/>
            <ac:spMk id="22" creationId="{B8114C98-A349-4111-A123-E8EAB86ABE3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6.019" v="402"/>
          <ac:spMkLst>
            <pc:docMk/>
            <pc:sldMk cId="1467317099" sldId="265"/>
            <ac:spMk id="30" creationId="{E2D3D3F2-ABBB-4453-B1C5-1BEBF7E4DD56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9.581" v="404"/>
          <ac:spMkLst>
            <pc:docMk/>
            <pc:sldMk cId="1467317099" sldId="265"/>
            <ac:spMk id="44" creationId="{C681C32C-7AFC-4BB3-9088-65CBDFC5D1C2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9.581" v="404"/>
          <ac:spMkLst>
            <pc:docMk/>
            <pc:sldMk cId="1467317099" sldId="265"/>
            <ac:spMk id="45" creationId="{199C0ED0-69DE-4C31-A5CF-E2A46FD30226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7:59.581" v="404"/>
          <ac:spMkLst>
            <pc:docMk/>
            <pc:sldMk cId="1467317099" sldId="265"/>
            <ac:spMk id="46" creationId="{8D42B8BD-40AF-488E-8A79-D7256C917229}"/>
          </ac:spMkLst>
        </pc:spChg>
        <pc:grpChg chg="add del">
          <ac:chgData name="Costantino, Benjamin" userId="S::bxc116@shsu.edu::af31a2d7-9b3a-4d8e-9a57-ae4a21ce6f2a" providerId="AD" clId="Web-{09054F52-2CD7-D8BD-CDD5-A316813848E9}" dt="2026-04-24T20:27:56.019" v="402"/>
          <ac:grpSpMkLst>
            <pc:docMk/>
            <pc:sldMk cId="1467317099" sldId="265"/>
            <ac:grpSpMk id="14" creationId="{B352BBB9-69A8-405C-9209-A9FE217AEDC4}"/>
          </ac:grpSpMkLst>
        </pc:grpChg>
        <pc:grpChg chg="add del">
          <ac:chgData name="Costantino, Benjamin" userId="S::bxc116@shsu.edu::af31a2d7-9b3a-4d8e-9a57-ae4a21ce6f2a" providerId="AD" clId="Web-{09054F52-2CD7-D8BD-CDD5-A316813848E9}" dt="2026-04-24T20:27:56.019" v="402"/>
          <ac:grpSpMkLst>
            <pc:docMk/>
            <pc:sldMk cId="1467317099" sldId="265"/>
            <ac:grpSpMk id="24" creationId="{670FB431-AE18-414D-92F4-1D12D1991152}"/>
          </ac:grpSpMkLst>
        </pc:grpChg>
        <pc:grpChg chg="add del">
          <ac:chgData name="Costantino, Benjamin" userId="S::bxc116@shsu.edu::af31a2d7-9b3a-4d8e-9a57-ae4a21ce6f2a" providerId="AD" clId="Web-{09054F52-2CD7-D8BD-CDD5-A316813848E9}" dt="2026-04-24T20:27:56.019" v="402"/>
          <ac:grpSpMkLst>
            <pc:docMk/>
            <pc:sldMk cId="1467317099" sldId="265"/>
            <ac:grpSpMk id="38" creationId="{AF19A774-30A5-488B-9BAF-629C6440294E}"/>
          </ac:grpSpMkLst>
        </pc:grpChg>
        <pc:picChg chg="add mod ord">
          <ac:chgData name="Costantino, Benjamin" userId="S::bxc116@shsu.edu::af31a2d7-9b3a-4d8e-9a57-ae4a21ce6f2a" providerId="AD" clId="Web-{09054F52-2CD7-D8BD-CDD5-A316813848E9}" dt="2026-04-24T20:28:06.535" v="409"/>
          <ac:picMkLst>
            <pc:docMk/>
            <pc:sldMk cId="1467317099" sldId="265"/>
            <ac:picMk id="5" creationId="{23CADF66-EAFC-439F-D616-B3F5A7FD51AE}"/>
          </ac:picMkLst>
        </pc:pic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29:06.555" v="418"/>
        <pc:sldMkLst>
          <pc:docMk/>
          <pc:sldMk cId="3278457124" sldId="266"/>
        </pc:sldMkLst>
        <pc:spChg chg="mod or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2" creationId="{EBF61A50-8FE8-4096-C595-23FFEAB5190C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3" creationId="{1FD48A1D-CAED-DF7B-A24A-98B254A31A23}"/>
          </ac:spMkLst>
        </pc:spChg>
        <pc:spChg chg="del mod ord">
          <ac:chgData name="Costantino, Benjamin" userId="S::bxc116@shsu.edu::af31a2d7-9b3a-4d8e-9a57-ae4a21ce6f2a" providerId="AD" clId="Web-{09054F52-2CD7-D8BD-CDD5-A316813848E9}" dt="2026-04-24T20:29:03.055" v="417"/>
          <ac:spMkLst>
            <pc:docMk/>
            <pc:sldMk cId="3278457124" sldId="266"/>
            <ac:spMk id="4" creationId="{1AA9BD4E-C7EF-99B6-05E3-36780E2513FB}"/>
          </ac:spMkLst>
        </pc:spChg>
        <pc:spChg chg="ad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10" creationId="{1B15ED52-F352-441B-82BF-E0EA34836D08}"/>
          </ac:spMkLst>
        </pc:spChg>
        <pc:spChg chg="ad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12" creationId="{3B2E3793-BFE6-45A2-9B7B-E18844431C99}"/>
          </ac:spMkLst>
        </pc:spChg>
        <pc:spChg chg="ad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14" creationId="{BC4C4868-CB8F-4AF9-9CDB-8108F2C19B67}"/>
          </ac:spMkLst>
        </pc:spChg>
        <pc:spChg chg="ad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16" creationId="{375E0459-6403-40CD-989D-56A4407CA12E}"/>
          </ac:spMkLst>
        </pc:spChg>
        <pc:spChg chg="add">
          <ac:chgData name="Costantino, Benjamin" userId="S::bxc116@shsu.edu::af31a2d7-9b3a-4d8e-9a57-ae4a21ce6f2a" providerId="AD" clId="Web-{09054F52-2CD7-D8BD-CDD5-A316813848E9}" dt="2026-04-24T20:29:06.555" v="418"/>
          <ac:spMkLst>
            <pc:docMk/>
            <pc:sldMk cId="3278457124" sldId="266"/>
            <ac:spMk id="18" creationId="{53E5B1A8-3AC9-4BD1-9BBC-78CA94F2D1BA}"/>
          </ac:spMkLst>
        </pc:spChg>
        <pc:picChg chg="add mod ord">
          <ac:chgData name="Costantino, Benjamin" userId="S::bxc116@shsu.edu::af31a2d7-9b3a-4d8e-9a57-ae4a21ce6f2a" providerId="AD" clId="Web-{09054F52-2CD7-D8BD-CDD5-A316813848E9}" dt="2026-04-24T20:29:06.555" v="418"/>
          <ac:picMkLst>
            <pc:docMk/>
            <pc:sldMk cId="3278457124" sldId="266"/>
            <ac:picMk id="5" creationId="{DF24D55E-BD3F-AB8D-4B18-4F8AD57C77CE}"/>
          </ac:picMkLst>
        </pc:picChg>
      </pc:sldChg>
      <pc:sldChg chg="addSp modSp new mod setBg modClrScheme chgLayout">
        <pc:chgData name="Costantino, Benjamin" userId="S::bxc116@shsu.edu::af31a2d7-9b3a-4d8e-9a57-ae4a21ce6f2a" providerId="AD" clId="Web-{09054F52-2CD7-D8BD-CDD5-A316813848E9}" dt="2026-04-24T20:30:38.609" v="434"/>
        <pc:sldMkLst>
          <pc:docMk/>
          <pc:sldMk cId="4080826243" sldId="267"/>
        </pc:sldMkLst>
        <pc:spChg chg="mod ord">
          <ac:chgData name="Costantino, Benjamin" userId="S::bxc116@shsu.edu::af31a2d7-9b3a-4d8e-9a57-ae4a21ce6f2a" providerId="AD" clId="Web-{09054F52-2CD7-D8BD-CDD5-A316813848E9}" dt="2026-04-24T20:30:38.609" v="434"/>
          <ac:spMkLst>
            <pc:docMk/>
            <pc:sldMk cId="4080826243" sldId="267"/>
            <ac:spMk id="2" creationId="{9FCF4113-7382-8C41-8DD9-2EDAC2AF5228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30:38.609" v="434"/>
          <ac:spMkLst>
            <pc:docMk/>
            <pc:sldMk cId="4080826243" sldId="267"/>
            <ac:spMk id="3" creationId="{D4B79A3C-56B8-5CFF-039C-DD11D3437C22}"/>
          </ac:spMkLst>
        </pc:spChg>
        <pc:picChg chg="add">
          <ac:chgData name="Costantino, Benjamin" userId="S::bxc116@shsu.edu::af31a2d7-9b3a-4d8e-9a57-ae4a21ce6f2a" providerId="AD" clId="Web-{09054F52-2CD7-D8BD-CDD5-A316813848E9}" dt="2026-04-24T20:30:38.609" v="434"/>
          <ac:picMkLst>
            <pc:docMk/>
            <pc:sldMk cId="4080826243" sldId="267"/>
            <ac:picMk id="5" creationId="{D46739B4-2158-99D7-4B55-420C2E705899}"/>
          </ac:picMkLst>
        </pc:picChg>
        <pc:cxnChg chg="add">
          <ac:chgData name="Costantino, Benjamin" userId="S::bxc116@shsu.edu::af31a2d7-9b3a-4d8e-9a57-ae4a21ce6f2a" providerId="AD" clId="Web-{09054F52-2CD7-D8BD-CDD5-A316813848E9}" dt="2026-04-24T20:30:38.609" v="434"/>
          <ac:cxnSpMkLst>
            <pc:docMk/>
            <pc:sldMk cId="4080826243" sldId="267"/>
            <ac:cxnSpMk id="9" creationId="{1503BFE4-729B-D9D0-C17B-501E6AF1127A}"/>
          </ac:cxnSpMkLst>
        </pc:cxn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31:40.894" v="437"/>
        <pc:sldMkLst>
          <pc:docMk/>
          <pc:sldMk cId="203765917" sldId="268"/>
        </pc:sldMkLst>
        <pc:spChg chg="mod or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2" creationId="{2346DF1F-E191-2D65-F991-7FB17EDD3624}"/>
          </ac:spMkLst>
        </pc:spChg>
        <pc:spChg chg="del mod or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3" creationId="{2B8644E0-5B84-8200-F245-1FE09266055B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9" creationId="{BACC6370-2D7E-4714-9D71-7542949D7D5D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11" creationId="{256B2C21-A230-48C0-8DF1-C46611373C44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13" creationId="{3847E18C-932D-4C95-AABA-FEC7C9499AD7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15" creationId="{3150CB11-0C61-439E-910F-5787759E72A0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17" creationId="{43F8A58B-5155-44CE-A5FF-7647B47D0A7A}"/>
          </ac:spMkLst>
        </pc:spChg>
        <pc:spChg chg="add">
          <ac:chgData name="Costantino, Benjamin" userId="S::bxc116@shsu.edu::af31a2d7-9b3a-4d8e-9a57-ae4a21ce6f2a" providerId="AD" clId="Web-{09054F52-2CD7-D8BD-CDD5-A316813848E9}" dt="2026-04-24T20:31:40.894" v="437"/>
          <ac:spMkLst>
            <pc:docMk/>
            <pc:sldMk cId="203765917" sldId="268"/>
            <ac:spMk id="19" creationId="{443F2ACA-E6D6-4028-82DD-F03C262D5DE6}"/>
          </ac:spMkLst>
        </pc:spChg>
        <pc:graphicFrameChg chg="add">
          <ac:chgData name="Costantino, Benjamin" userId="S::bxc116@shsu.edu::af31a2d7-9b3a-4d8e-9a57-ae4a21ce6f2a" providerId="AD" clId="Web-{09054F52-2CD7-D8BD-CDD5-A316813848E9}" dt="2026-04-24T20:31:40.894" v="437"/>
          <ac:graphicFrameMkLst>
            <pc:docMk/>
            <pc:sldMk cId="203765917" sldId="268"/>
            <ac:graphicFrameMk id="5" creationId="{BB280C1B-6C76-4A92-E549-8AAC8407CBCD}"/>
          </ac:graphicFrameMkLst>
        </pc:graphicFrameChg>
      </pc:sldChg>
      <pc:sldChg chg="addSp delSp modSp new mod setBg modClrScheme chgLayout">
        <pc:chgData name="Costantino, Benjamin" userId="S::bxc116@shsu.edu::af31a2d7-9b3a-4d8e-9a57-ae4a21ce6f2a" providerId="AD" clId="Web-{09054F52-2CD7-D8BD-CDD5-A316813848E9}" dt="2026-04-24T20:35:23.200" v="494"/>
        <pc:sldMkLst>
          <pc:docMk/>
          <pc:sldMk cId="2266159611" sldId="269"/>
        </pc:sldMkLst>
        <pc:spChg chg="mod ord">
          <ac:chgData name="Costantino, Benjamin" userId="S::bxc116@shsu.edu::af31a2d7-9b3a-4d8e-9a57-ae4a21ce6f2a" providerId="AD" clId="Web-{09054F52-2CD7-D8BD-CDD5-A316813848E9}" dt="2026-04-24T20:35:23.200" v="494"/>
          <ac:spMkLst>
            <pc:docMk/>
            <pc:sldMk cId="2266159611" sldId="269"/>
            <ac:spMk id="2" creationId="{97B3CFE3-3E88-1A39-2290-A911A260E4EC}"/>
          </ac:spMkLst>
        </pc:spChg>
        <pc:spChg chg="mod ord">
          <ac:chgData name="Costantino, Benjamin" userId="S::bxc116@shsu.edu::af31a2d7-9b3a-4d8e-9a57-ae4a21ce6f2a" providerId="AD" clId="Web-{09054F52-2CD7-D8BD-CDD5-A316813848E9}" dt="2026-04-24T20:35:23.200" v="494"/>
          <ac:spMkLst>
            <pc:docMk/>
            <pc:sldMk cId="2266159611" sldId="269"/>
            <ac:spMk id="3" creationId="{5EE714D8-3EFD-D72F-AC7B-5895F2A1E47C}"/>
          </ac:spMkLst>
        </pc:spChg>
        <pc:spChg chg="add mod ord">
          <ac:chgData name="Costantino, Benjamin" userId="S::bxc116@shsu.edu::af31a2d7-9b3a-4d8e-9a57-ae4a21ce6f2a" providerId="AD" clId="Web-{09054F52-2CD7-D8BD-CDD5-A316813848E9}" dt="2026-04-24T20:35:23.200" v="494"/>
          <ac:spMkLst>
            <pc:docMk/>
            <pc:sldMk cId="2266159611" sldId="269"/>
            <ac:spMk id="4" creationId="{E92457C3-AA57-4667-2594-CA45E3329A7B}"/>
          </ac:spMkLst>
        </pc:spChg>
        <pc:spChg chg="add">
          <ac:chgData name="Costantino, Benjamin" userId="S::bxc116@shsu.edu::af31a2d7-9b3a-4d8e-9a57-ae4a21ce6f2a" providerId="AD" clId="Web-{09054F52-2CD7-D8BD-CDD5-A316813848E9}" dt="2026-04-24T20:35:23.200" v="494"/>
          <ac:spMkLst>
            <pc:docMk/>
            <pc:sldMk cId="2266159611" sldId="269"/>
            <ac:spMk id="6" creationId="{4C608BEB-860E-4094-8511-78603564A75E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34:06.713" v="454"/>
          <ac:spMkLst>
            <pc:docMk/>
            <pc:sldMk cId="2266159611" sldId="269"/>
            <ac:spMk id="9" creationId="{21739CA5-F0F5-48E1-8E8C-F24B71827E46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34:06.713" v="454"/>
          <ac:spMkLst>
            <pc:docMk/>
            <pc:sldMk cId="2266159611" sldId="269"/>
            <ac:spMk id="11" creationId="{3EAD2937-F230-41D4-B9C5-975B129BFC20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34:06.713" v="454"/>
          <ac:spMkLst>
            <pc:docMk/>
            <pc:sldMk cId="2266159611" sldId="269"/>
            <ac:spMk id="13" creationId="{CCD444A3-C338-4886-B7F1-4BA2AF46EB64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34:17.932" v="456"/>
          <ac:spMkLst>
            <pc:docMk/>
            <pc:sldMk cId="2266159611" sldId="269"/>
            <ac:spMk id="15" creationId="{4C608BEB-860E-4094-8511-78603564A75E}"/>
          </ac:spMkLst>
        </pc:spChg>
        <pc:cxnChg chg="add">
          <ac:chgData name="Costantino, Benjamin" userId="S::bxc116@shsu.edu::af31a2d7-9b3a-4d8e-9a57-ae4a21ce6f2a" providerId="AD" clId="Web-{09054F52-2CD7-D8BD-CDD5-A316813848E9}" dt="2026-04-24T20:35:23.200" v="494"/>
          <ac:cxnSpMkLst>
            <pc:docMk/>
            <pc:sldMk cId="2266159611" sldId="269"/>
            <ac:cxnSpMk id="7" creationId="{1F16A8D4-FE87-4604-88B2-394B5D1EB437}"/>
          </ac:cxnSpMkLst>
        </pc:cxnChg>
        <pc:cxnChg chg="add del">
          <ac:chgData name="Costantino, Benjamin" userId="S::bxc116@shsu.edu::af31a2d7-9b3a-4d8e-9a57-ae4a21ce6f2a" providerId="AD" clId="Web-{09054F52-2CD7-D8BD-CDD5-A316813848E9}" dt="2026-04-24T20:34:17.932" v="456"/>
          <ac:cxnSpMkLst>
            <pc:docMk/>
            <pc:sldMk cId="2266159611" sldId="269"/>
            <ac:cxnSpMk id="16" creationId="{1F16A8D4-FE87-4604-88B2-394B5D1EB437}"/>
          </ac:cxnSpMkLst>
        </pc:cxnChg>
      </pc:sldChg>
      <pc:sldChg chg="addSp delSp modSp new mod setBg setClrOvrMap">
        <pc:chgData name="Costantino, Benjamin" userId="S::bxc116@shsu.edu::af31a2d7-9b3a-4d8e-9a57-ae4a21ce6f2a" providerId="AD" clId="Web-{09054F52-2CD7-D8BD-CDD5-A316813848E9}" dt="2026-04-24T20:22:58.203" v="372"/>
        <pc:sldMkLst>
          <pc:docMk/>
          <pc:sldMk cId="2778049976" sldId="270"/>
        </pc:sldMkLst>
        <pc:spChg chg="mod">
          <ac:chgData name="Costantino, Benjamin" userId="S::bxc116@shsu.edu::af31a2d7-9b3a-4d8e-9a57-ae4a21ce6f2a" providerId="AD" clId="Web-{09054F52-2CD7-D8BD-CDD5-A316813848E9}" dt="2026-04-24T20:21:46.639" v="270"/>
          <ac:spMkLst>
            <pc:docMk/>
            <pc:sldMk cId="2778049976" sldId="270"/>
            <ac:spMk id="2" creationId="{BF1166ED-D0F9-8A14-382B-E3E20DBC995D}"/>
          </ac:spMkLst>
        </pc:spChg>
        <pc:spChg chg="mod">
          <ac:chgData name="Costantino, Benjamin" userId="S::bxc116@shsu.edu::af31a2d7-9b3a-4d8e-9a57-ae4a21ce6f2a" providerId="AD" clId="Web-{09054F52-2CD7-D8BD-CDD5-A316813848E9}" dt="2026-04-24T20:22:15.452" v="278" actId="14100"/>
          <ac:spMkLst>
            <pc:docMk/>
            <pc:sldMk cId="2778049976" sldId="270"/>
            <ac:spMk id="3" creationId="{956A66ED-D935-A84D-1AB3-841FDF5A1F4C}"/>
          </ac:spMkLst>
        </pc:spChg>
        <pc:spChg chg="del mod">
          <ac:chgData name="Costantino, Benjamin" userId="S::bxc116@shsu.edu::af31a2d7-9b3a-4d8e-9a57-ae4a21ce6f2a" providerId="AD" clId="Web-{09054F52-2CD7-D8BD-CDD5-A316813848E9}" dt="2026-04-24T20:21:58.827" v="274"/>
          <ac:spMkLst>
            <pc:docMk/>
            <pc:sldMk cId="2778049976" sldId="270"/>
            <ac:spMk id="4" creationId="{12CB427B-0A9D-7490-7688-94E58D7C7932}"/>
          </ac:spMkLst>
        </pc:spChg>
        <pc:spChg chg="add del">
          <ac:chgData name="Costantino, Benjamin" userId="S::bxc116@shsu.edu::af31a2d7-9b3a-4d8e-9a57-ae4a21ce6f2a" providerId="AD" clId="Web-{09054F52-2CD7-D8BD-CDD5-A316813848E9}" dt="2026-04-24T20:21:46.623" v="269"/>
          <ac:spMkLst>
            <pc:docMk/>
            <pc:sldMk cId="2778049976" sldId="270"/>
            <ac:spMk id="9" creationId="{4C608BEB-860E-4094-8511-78603564A75E}"/>
          </ac:spMkLst>
        </pc:spChg>
        <pc:spChg chg="add">
          <ac:chgData name="Costantino, Benjamin" userId="S::bxc116@shsu.edu::af31a2d7-9b3a-4d8e-9a57-ae4a21ce6f2a" providerId="AD" clId="Web-{09054F52-2CD7-D8BD-CDD5-A316813848E9}" dt="2026-04-24T20:21:46.639" v="270"/>
          <ac:spMkLst>
            <pc:docMk/>
            <pc:sldMk cId="2778049976" sldId="270"/>
            <ac:spMk id="13" creationId="{1E214AA7-F028-4A0D-8698-61AEC754D1BC}"/>
          </ac:spMkLst>
        </pc:spChg>
        <pc:graphicFrameChg chg="add mod ord modGraphic">
          <ac:chgData name="Costantino, Benjamin" userId="S::bxc116@shsu.edu::af31a2d7-9b3a-4d8e-9a57-ae4a21ce6f2a" providerId="AD" clId="Web-{09054F52-2CD7-D8BD-CDD5-A316813848E9}" dt="2026-04-24T20:22:58.203" v="372"/>
          <ac:graphicFrameMkLst>
            <pc:docMk/>
            <pc:sldMk cId="2778049976" sldId="270"/>
            <ac:graphicFrameMk id="5" creationId="{29EF452C-4638-DFA5-DFE3-D1F2E88C60F1}"/>
          </ac:graphicFrameMkLst>
        </pc:graphicFrameChg>
        <pc:cxnChg chg="add del">
          <ac:chgData name="Costantino, Benjamin" userId="S::bxc116@shsu.edu::af31a2d7-9b3a-4d8e-9a57-ae4a21ce6f2a" providerId="AD" clId="Web-{09054F52-2CD7-D8BD-CDD5-A316813848E9}" dt="2026-04-24T20:21:46.623" v="269"/>
          <ac:cxnSpMkLst>
            <pc:docMk/>
            <pc:sldMk cId="2778049976" sldId="270"/>
            <ac:cxnSpMk id="11" creationId="{1F16A8D4-FE87-4604-88B2-394B5D1EB437}"/>
          </ac:cxnSpMkLst>
        </pc:cxnChg>
        <pc:cxnChg chg="add">
          <ac:chgData name="Costantino, Benjamin" userId="S::bxc116@shsu.edu::af31a2d7-9b3a-4d8e-9a57-ae4a21ce6f2a" providerId="AD" clId="Web-{09054F52-2CD7-D8BD-CDD5-A316813848E9}" dt="2026-04-24T20:21:46.639" v="270"/>
          <ac:cxnSpMkLst>
            <pc:docMk/>
            <pc:sldMk cId="2778049976" sldId="270"/>
            <ac:cxnSpMk id="14" creationId="{D6206FDC-2777-4D7F-AF9C-73413DA664C9}"/>
          </ac:cxnSpMkLst>
        </pc:cxnChg>
      </pc:sldChg>
      <pc:sldMasterChg chg="add del addSldLayout delSldLayout">
        <pc:chgData name="Costantino, Benjamin" userId="S::bxc116@shsu.edu::af31a2d7-9b3a-4d8e-9a57-ae4a21ce6f2a" providerId="AD" clId="Web-{09054F52-2CD7-D8BD-CDD5-A316813848E9}" dt="2026-04-24T20:20:10.856" v="243"/>
        <pc:sldMasterMkLst>
          <pc:docMk/>
          <pc:sldMasterMk cId="2460954070" sldId="2147483660"/>
        </pc:sldMasterMkLst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Costantino, Benjamin" userId="S::bxc116@shsu.edu::af31a2d7-9b3a-4d8e-9a57-ae4a21ce6f2a" providerId="AD" clId="Web-{09054F52-2CD7-D8BD-CDD5-A316813848E9}" dt="2026-04-24T20:20:10.856" v="243"/>
        <pc:sldMasterMkLst>
          <pc:docMk/>
          <pc:sldMasterMk cId="1109931933" sldId="2147483672"/>
        </pc:sldMasterMkLst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2273935058" sldId="2147483673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3096073507" sldId="2147483674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1040194254" sldId="2147483675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1368927719" sldId="2147483676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666349216" sldId="2147483677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652178805" sldId="2147483678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3870019609" sldId="2147483679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2498553215" sldId="2147483680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1077705170" sldId="2147483681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171354315" sldId="2147483682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20:10.856" v="243"/>
          <pc:sldLayoutMkLst>
            <pc:docMk/>
            <pc:sldMasterMk cId="1109931933" sldId="2147483672"/>
            <pc:sldLayoutMk cId="4216622954" sldId="2147483683"/>
          </pc:sldLayoutMkLst>
        </pc:sldLayoutChg>
      </pc:sldMasterChg>
      <pc:sldMasterChg chg="add del addSldLayout delSldLayout modSldLayout">
        <pc:chgData name="Costantino, Benjamin" userId="S::bxc116@shsu.edu::af31a2d7-9b3a-4d8e-9a57-ae4a21ce6f2a" providerId="AD" clId="Web-{09054F52-2CD7-D8BD-CDD5-A316813848E9}" dt="2026-04-24T20:19:51.621" v="238"/>
        <pc:sldMasterMkLst>
          <pc:docMk/>
          <pc:sldMasterMk cId="2537772044" sldId="2147483684"/>
        </pc:sldMasterMkLst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3862332329" sldId="2147483685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615989545" sldId="2147483686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992615269" sldId="2147483687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630808116" sldId="2147483688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876544963" sldId="2147483689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3316011473" sldId="2147483690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2881035336" sldId="2147483691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2968158223" sldId="2147483692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305884978" sldId="2147483693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437589320" sldId="2147483694"/>
          </pc:sldLayoutMkLst>
        </pc:sldLayoutChg>
        <pc:sldLayoutChg chg="add del mod replId">
          <pc:chgData name="Costantino, Benjamin" userId="S::bxc116@shsu.edu::af31a2d7-9b3a-4d8e-9a57-ae4a21ce6f2a" providerId="AD" clId="Web-{09054F52-2CD7-D8BD-CDD5-A316813848E9}" dt="2026-04-24T20:19:51.621" v="238"/>
          <pc:sldLayoutMkLst>
            <pc:docMk/>
            <pc:sldMasterMk cId="2537772044" sldId="2147483684"/>
            <pc:sldLayoutMk cId="1897929782" sldId="2147483695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CC8CDA-939D-4B57-9710-E21109F5985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C37980-8590-4774-AD43-29003CAB7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Create, customize, and manage D&amp;D characters</a:t>
          </a:r>
        </a:p>
      </dgm:t>
    </dgm:pt>
    <dgm:pt modelId="{9179BCEC-93B7-4F26-9C9D-8EE79B9CC7EF}" type="parTrans" cxnId="{7CE004AD-FA6C-4800-9924-FBC424B719B5}">
      <dgm:prSet/>
      <dgm:spPr/>
      <dgm:t>
        <a:bodyPr/>
        <a:lstStyle/>
        <a:p>
          <a:endParaRPr lang="en-US"/>
        </a:p>
      </dgm:t>
    </dgm:pt>
    <dgm:pt modelId="{E5541E8F-BA0B-4312-A3A5-6AC6E87C211B}" type="sibTrans" cxnId="{7CE004AD-FA6C-4800-9924-FBC424B719B5}">
      <dgm:prSet/>
      <dgm:spPr/>
      <dgm:t>
        <a:bodyPr/>
        <a:lstStyle/>
        <a:p>
          <a:endParaRPr lang="en-US"/>
        </a:p>
      </dgm:t>
    </dgm:pt>
    <dgm:pt modelId="{94B9CAE0-E672-4A79-A1A0-A6D19AC9F7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Enter core attributes: name, level, ability scores, HP</a:t>
          </a:r>
        </a:p>
      </dgm:t>
    </dgm:pt>
    <dgm:pt modelId="{224FCA5C-8F51-4D87-9E7C-C8584BDFDD10}" type="parTrans" cxnId="{618E53A5-15A2-4293-B6AD-94B041A1B15D}">
      <dgm:prSet/>
      <dgm:spPr/>
      <dgm:t>
        <a:bodyPr/>
        <a:lstStyle/>
        <a:p>
          <a:endParaRPr lang="en-US"/>
        </a:p>
      </dgm:t>
    </dgm:pt>
    <dgm:pt modelId="{1A1FD297-6778-4C22-9AFC-4784067B60F9}" type="sibTrans" cxnId="{618E53A5-15A2-4293-B6AD-94B041A1B15D}">
      <dgm:prSet/>
      <dgm:spPr/>
      <dgm:t>
        <a:bodyPr/>
        <a:lstStyle/>
        <a:p>
          <a:endParaRPr lang="en-US"/>
        </a:p>
      </dgm:t>
    </dgm:pt>
    <dgm:pt modelId="{E3A7DFF8-BD0F-4B8E-A447-DB83360A9B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primary class, species, and background (many‑to‑one relationships)</a:t>
          </a:r>
        </a:p>
      </dgm:t>
    </dgm:pt>
    <dgm:pt modelId="{AE57245E-8F80-4B3A-ADA9-F739DD8FC51D}" type="parTrans" cxnId="{D02AC91E-A523-42C1-9B0E-EA04AAED0104}">
      <dgm:prSet/>
      <dgm:spPr/>
      <dgm:t>
        <a:bodyPr/>
        <a:lstStyle/>
        <a:p>
          <a:endParaRPr lang="en-US"/>
        </a:p>
      </dgm:t>
    </dgm:pt>
    <dgm:pt modelId="{0C79A725-1EB5-4F29-A30F-37D9900BD488}" type="sibTrans" cxnId="{D02AC91E-A523-42C1-9B0E-EA04AAED0104}">
      <dgm:prSet/>
      <dgm:spPr/>
      <dgm:t>
        <a:bodyPr/>
        <a:lstStyle/>
        <a:p>
          <a:endParaRPr lang="en-US"/>
        </a:p>
      </dgm:t>
    </dgm:pt>
    <dgm:pt modelId="{CAC94DC2-C1E4-4360-A61B-F97C1D17AD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feats, weapons, and spells (many‑to‑many relationships)</a:t>
          </a:r>
        </a:p>
      </dgm:t>
    </dgm:pt>
    <dgm:pt modelId="{430C7C72-BC13-4A71-A521-FB876F89F5C1}" type="parTrans" cxnId="{CB57F11A-2D68-414A-931C-E71B7306F64E}">
      <dgm:prSet/>
      <dgm:spPr/>
      <dgm:t>
        <a:bodyPr/>
        <a:lstStyle/>
        <a:p>
          <a:endParaRPr lang="en-US"/>
        </a:p>
      </dgm:t>
    </dgm:pt>
    <dgm:pt modelId="{0C10DD8B-5AB7-4EFF-BC88-219B4E9054FD}" type="sibTrans" cxnId="{CB57F11A-2D68-414A-931C-E71B7306F64E}">
      <dgm:prSet/>
      <dgm:spPr/>
      <dgm:t>
        <a:bodyPr/>
        <a:lstStyle/>
        <a:p>
          <a:endParaRPr lang="en-US"/>
        </a:p>
      </dgm:t>
    </dgm:pt>
    <dgm:pt modelId="{A1744024-C6A8-467B-B2D0-097C8806FB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View a complete, rule‑compliant character sheet</a:t>
          </a:r>
        </a:p>
      </dgm:t>
    </dgm:pt>
    <dgm:pt modelId="{A9DBD896-207F-40A0-9C0C-CA19AA64A97A}" type="parTrans" cxnId="{D4F815B4-6A52-4B09-97CD-B850973A9B0C}">
      <dgm:prSet/>
      <dgm:spPr/>
      <dgm:t>
        <a:bodyPr/>
        <a:lstStyle/>
        <a:p>
          <a:endParaRPr lang="en-US"/>
        </a:p>
      </dgm:t>
    </dgm:pt>
    <dgm:pt modelId="{EFECB99A-9AEA-4579-A4C9-1FBCFC79B575}" type="sibTrans" cxnId="{D4F815B4-6A52-4B09-97CD-B850973A9B0C}">
      <dgm:prSet/>
      <dgm:spPr/>
      <dgm:t>
        <a:bodyPr/>
        <a:lstStyle/>
        <a:p>
          <a:endParaRPr lang="en-US"/>
        </a:p>
      </dgm:t>
    </dgm:pt>
    <dgm:pt modelId="{3BED8A68-2B6A-4FE6-BED2-33766B1C8500}" type="pres">
      <dgm:prSet presAssocID="{ABCC8CDA-939D-4B57-9710-E21109F59852}" presName="root" presStyleCnt="0">
        <dgm:presLayoutVars>
          <dgm:dir/>
          <dgm:resizeHandles val="exact"/>
        </dgm:presLayoutVars>
      </dgm:prSet>
      <dgm:spPr/>
    </dgm:pt>
    <dgm:pt modelId="{6F900DB5-7598-4F90-8486-AF3DEEC5D0C7}" type="pres">
      <dgm:prSet presAssocID="{A2C37980-8590-4774-AD43-29003CAB7350}" presName="compNode" presStyleCnt="0"/>
      <dgm:spPr/>
    </dgm:pt>
    <dgm:pt modelId="{C7E09DE9-7284-419F-BEC7-F200798A7B26}" type="pres">
      <dgm:prSet presAssocID="{A2C37980-8590-4774-AD43-29003CAB7350}" presName="bgRect" presStyleLbl="bgShp" presStyleIdx="0" presStyleCnt="5"/>
      <dgm:spPr/>
    </dgm:pt>
    <dgm:pt modelId="{1381A083-F237-44EF-A8E4-2D75B46FC8F7}" type="pres">
      <dgm:prSet presAssocID="{A2C37980-8590-4774-AD43-29003CAB735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ACAF2CF-7D02-411B-8E78-53364BB1C361}" type="pres">
      <dgm:prSet presAssocID="{A2C37980-8590-4774-AD43-29003CAB7350}" presName="spaceRect" presStyleCnt="0"/>
      <dgm:spPr/>
    </dgm:pt>
    <dgm:pt modelId="{E3465E55-CF31-4081-B04B-80F0CABF7031}" type="pres">
      <dgm:prSet presAssocID="{A2C37980-8590-4774-AD43-29003CAB7350}" presName="parTx" presStyleLbl="revTx" presStyleIdx="0" presStyleCnt="5">
        <dgm:presLayoutVars>
          <dgm:chMax val="0"/>
          <dgm:chPref val="0"/>
        </dgm:presLayoutVars>
      </dgm:prSet>
      <dgm:spPr/>
    </dgm:pt>
    <dgm:pt modelId="{E6D2F2A9-DFF9-45BC-8C03-F58CF379B7CD}" type="pres">
      <dgm:prSet presAssocID="{E5541E8F-BA0B-4312-A3A5-6AC6E87C211B}" presName="sibTrans" presStyleCnt="0"/>
      <dgm:spPr/>
    </dgm:pt>
    <dgm:pt modelId="{084CA196-3E6B-4B3E-BE01-7A3617FCFA85}" type="pres">
      <dgm:prSet presAssocID="{94B9CAE0-E672-4A79-A1A0-A6D19AC9F744}" presName="compNode" presStyleCnt="0"/>
      <dgm:spPr/>
    </dgm:pt>
    <dgm:pt modelId="{D31C5E8F-98AB-4321-8060-209709B6796A}" type="pres">
      <dgm:prSet presAssocID="{94B9CAE0-E672-4A79-A1A0-A6D19AC9F744}" presName="bgRect" presStyleLbl="bgShp" presStyleIdx="1" presStyleCnt="5"/>
      <dgm:spPr/>
    </dgm:pt>
    <dgm:pt modelId="{65929B4D-75A2-430C-AA24-804595CDD701}" type="pres">
      <dgm:prSet presAssocID="{94B9CAE0-E672-4A79-A1A0-A6D19AC9F74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596E578-90A1-46C6-A6EC-465DF780897E}" type="pres">
      <dgm:prSet presAssocID="{94B9CAE0-E672-4A79-A1A0-A6D19AC9F744}" presName="spaceRect" presStyleCnt="0"/>
      <dgm:spPr/>
    </dgm:pt>
    <dgm:pt modelId="{A68D06FC-0357-4CFF-BB2F-3CA45D14B7B6}" type="pres">
      <dgm:prSet presAssocID="{94B9CAE0-E672-4A79-A1A0-A6D19AC9F744}" presName="parTx" presStyleLbl="revTx" presStyleIdx="1" presStyleCnt="5">
        <dgm:presLayoutVars>
          <dgm:chMax val="0"/>
          <dgm:chPref val="0"/>
        </dgm:presLayoutVars>
      </dgm:prSet>
      <dgm:spPr/>
    </dgm:pt>
    <dgm:pt modelId="{8DCBE2F9-27F2-4106-AD3D-D3BB3A9678F1}" type="pres">
      <dgm:prSet presAssocID="{1A1FD297-6778-4C22-9AFC-4784067B60F9}" presName="sibTrans" presStyleCnt="0"/>
      <dgm:spPr/>
    </dgm:pt>
    <dgm:pt modelId="{E6287FC3-DE97-41C6-A52B-3ABA08F216C4}" type="pres">
      <dgm:prSet presAssocID="{E3A7DFF8-BD0F-4B8E-A447-DB83360A9B41}" presName="compNode" presStyleCnt="0"/>
      <dgm:spPr/>
    </dgm:pt>
    <dgm:pt modelId="{9D121152-8ECF-4137-A90F-4CB91F4345CA}" type="pres">
      <dgm:prSet presAssocID="{E3A7DFF8-BD0F-4B8E-A447-DB83360A9B41}" presName="bgRect" presStyleLbl="bgShp" presStyleIdx="2" presStyleCnt="5"/>
      <dgm:spPr/>
    </dgm:pt>
    <dgm:pt modelId="{2A77FF16-F3AE-4E98-A564-1339249184EE}" type="pres">
      <dgm:prSet presAssocID="{E3A7DFF8-BD0F-4B8E-A447-DB83360A9B4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DD3DE825-3479-4B0B-9B1C-12D626750B0D}" type="pres">
      <dgm:prSet presAssocID="{E3A7DFF8-BD0F-4B8E-A447-DB83360A9B41}" presName="spaceRect" presStyleCnt="0"/>
      <dgm:spPr/>
    </dgm:pt>
    <dgm:pt modelId="{062ECFCF-F511-4CE9-B6CF-62D8BC000D37}" type="pres">
      <dgm:prSet presAssocID="{E3A7DFF8-BD0F-4B8E-A447-DB83360A9B41}" presName="parTx" presStyleLbl="revTx" presStyleIdx="2" presStyleCnt="5">
        <dgm:presLayoutVars>
          <dgm:chMax val="0"/>
          <dgm:chPref val="0"/>
        </dgm:presLayoutVars>
      </dgm:prSet>
      <dgm:spPr/>
    </dgm:pt>
    <dgm:pt modelId="{DA468055-1E30-4940-8665-F40BBF6E2B06}" type="pres">
      <dgm:prSet presAssocID="{0C79A725-1EB5-4F29-A30F-37D9900BD488}" presName="sibTrans" presStyleCnt="0"/>
      <dgm:spPr/>
    </dgm:pt>
    <dgm:pt modelId="{E56206F8-0903-46D7-86E3-D08012239440}" type="pres">
      <dgm:prSet presAssocID="{CAC94DC2-C1E4-4360-A61B-F97C1D17AD25}" presName="compNode" presStyleCnt="0"/>
      <dgm:spPr/>
    </dgm:pt>
    <dgm:pt modelId="{FB437ECF-4FAA-4188-971E-65B02A549694}" type="pres">
      <dgm:prSet presAssocID="{CAC94DC2-C1E4-4360-A61B-F97C1D17AD25}" presName="bgRect" presStyleLbl="bgShp" presStyleIdx="3" presStyleCnt="5"/>
      <dgm:spPr/>
    </dgm:pt>
    <dgm:pt modelId="{6E5E3F91-78C2-4830-B942-2965FF5C8397}" type="pres">
      <dgm:prSet presAssocID="{CAC94DC2-C1E4-4360-A61B-F97C1D17AD2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897B5911-DEE8-4189-9083-C04195CCA09D}" type="pres">
      <dgm:prSet presAssocID="{CAC94DC2-C1E4-4360-A61B-F97C1D17AD25}" presName="spaceRect" presStyleCnt="0"/>
      <dgm:spPr/>
    </dgm:pt>
    <dgm:pt modelId="{CDED411C-C14C-4C33-9D31-2D61888FE203}" type="pres">
      <dgm:prSet presAssocID="{CAC94DC2-C1E4-4360-A61B-F97C1D17AD25}" presName="parTx" presStyleLbl="revTx" presStyleIdx="3" presStyleCnt="5">
        <dgm:presLayoutVars>
          <dgm:chMax val="0"/>
          <dgm:chPref val="0"/>
        </dgm:presLayoutVars>
      </dgm:prSet>
      <dgm:spPr/>
    </dgm:pt>
    <dgm:pt modelId="{A1CDF514-3E7D-46F1-9510-7FF9777BFB73}" type="pres">
      <dgm:prSet presAssocID="{0C10DD8B-5AB7-4EFF-BC88-219B4E9054FD}" presName="sibTrans" presStyleCnt="0"/>
      <dgm:spPr/>
    </dgm:pt>
    <dgm:pt modelId="{34F62340-CB1E-4A38-B2CA-3E5A317F06D6}" type="pres">
      <dgm:prSet presAssocID="{A1744024-C6A8-467B-B2D0-097C8806FB76}" presName="compNode" presStyleCnt="0"/>
      <dgm:spPr/>
    </dgm:pt>
    <dgm:pt modelId="{2F1FA83D-9AE6-4A47-B799-E756D87307A4}" type="pres">
      <dgm:prSet presAssocID="{A1744024-C6A8-467B-B2D0-097C8806FB76}" presName="bgRect" presStyleLbl="bgShp" presStyleIdx="4" presStyleCnt="5"/>
      <dgm:spPr/>
    </dgm:pt>
    <dgm:pt modelId="{18C960E5-AD6D-4C32-8DD1-B55443349DA8}" type="pres">
      <dgm:prSet presAssocID="{A1744024-C6A8-467B-B2D0-097C8806FB7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0511053-D4B0-4B07-A430-7F02FB6E6470}" type="pres">
      <dgm:prSet presAssocID="{A1744024-C6A8-467B-B2D0-097C8806FB76}" presName="spaceRect" presStyleCnt="0"/>
      <dgm:spPr/>
    </dgm:pt>
    <dgm:pt modelId="{B2C42110-36C2-498C-A9E4-402D3695B300}" type="pres">
      <dgm:prSet presAssocID="{A1744024-C6A8-467B-B2D0-097C8806FB7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43E3418-DE3E-40C8-A5F5-D925756F2F35}" type="presOf" srcId="{CAC94DC2-C1E4-4360-A61B-F97C1D17AD25}" destId="{CDED411C-C14C-4C33-9D31-2D61888FE203}" srcOrd="0" destOrd="0" presId="urn:microsoft.com/office/officeart/2018/2/layout/IconVerticalSolidList"/>
    <dgm:cxn modelId="{CB57F11A-2D68-414A-931C-E71B7306F64E}" srcId="{ABCC8CDA-939D-4B57-9710-E21109F59852}" destId="{CAC94DC2-C1E4-4360-A61B-F97C1D17AD25}" srcOrd="3" destOrd="0" parTransId="{430C7C72-BC13-4A71-A521-FB876F89F5C1}" sibTransId="{0C10DD8B-5AB7-4EFF-BC88-219B4E9054FD}"/>
    <dgm:cxn modelId="{D02AC91E-A523-42C1-9B0E-EA04AAED0104}" srcId="{ABCC8CDA-939D-4B57-9710-E21109F59852}" destId="{E3A7DFF8-BD0F-4B8E-A447-DB83360A9B41}" srcOrd="2" destOrd="0" parTransId="{AE57245E-8F80-4B3A-ADA9-F739DD8FC51D}" sibTransId="{0C79A725-1EB5-4F29-A30F-37D9900BD488}"/>
    <dgm:cxn modelId="{A723B72D-8BA7-44BA-8306-26B1973FC28F}" type="presOf" srcId="{ABCC8CDA-939D-4B57-9710-E21109F59852}" destId="{3BED8A68-2B6A-4FE6-BED2-33766B1C8500}" srcOrd="0" destOrd="0" presId="urn:microsoft.com/office/officeart/2018/2/layout/IconVerticalSolidList"/>
    <dgm:cxn modelId="{BA5D6D5C-66F7-49F2-96B2-8B216E8FC48E}" type="presOf" srcId="{E3A7DFF8-BD0F-4B8E-A447-DB83360A9B41}" destId="{062ECFCF-F511-4CE9-B6CF-62D8BC000D37}" srcOrd="0" destOrd="0" presId="urn:microsoft.com/office/officeart/2018/2/layout/IconVerticalSolidList"/>
    <dgm:cxn modelId="{440E5498-C02F-4C69-9D78-FDCEFC424EAB}" type="presOf" srcId="{A2C37980-8590-4774-AD43-29003CAB7350}" destId="{E3465E55-CF31-4081-B04B-80F0CABF7031}" srcOrd="0" destOrd="0" presId="urn:microsoft.com/office/officeart/2018/2/layout/IconVerticalSolidList"/>
    <dgm:cxn modelId="{F4260CA3-6843-470F-8014-D0549213BA3E}" type="presOf" srcId="{94B9CAE0-E672-4A79-A1A0-A6D19AC9F744}" destId="{A68D06FC-0357-4CFF-BB2F-3CA45D14B7B6}" srcOrd="0" destOrd="0" presId="urn:microsoft.com/office/officeart/2018/2/layout/IconVerticalSolidList"/>
    <dgm:cxn modelId="{618E53A5-15A2-4293-B6AD-94B041A1B15D}" srcId="{ABCC8CDA-939D-4B57-9710-E21109F59852}" destId="{94B9CAE0-E672-4A79-A1A0-A6D19AC9F744}" srcOrd="1" destOrd="0" parTransId="{224FCA5C-8F51-4D87-9E7C-C8584BDFDD10}" sibTransId="{1A1FD297-6778-4C22-9AFC-4784067B60F9}"/>
    <dgm:cxn modelId="{7CE004AD-FA6C-4800-9924-FBC424B719B5}" srcId="{ABCC8CDA-939D-4B57-9710-E21109F59852}" destId="{A2C37980-8590-4774-AD43-29003CAB7350}" srcOrd="0" destOrd="0" parTransId="{9179BCEC-93B7-4F26-9C9D-8EE79B9CC7EF}" sibTransId="{E5541E8F-BA0B-4312-A3A5-6AC6E87C211B}"/>
    <dgm:cxn modelId="{D4F815B4-6A52-4B09-97CD-B850973A9B0C}" srcId="{ABCC8CDA-939D-4B57-9710-E21109F59852}" destId="{A1744024-C6A8-467B-B2D0-097C8806FB76}" srcOrd="4" destOrd="0" parTransId="{A9DBD896-207F-40A0-9C0C-CA19AA64A97A}" sibTransId="{EFECB99A-9AEA-4579-A4C9-1FBCFC79B575}"/>
    <dgm:cxn modelId="{CD5933F0-260F-4CDA-A92D-12B598BEC8EB}" type="presOf" srcId="{A1744024-C6A8-467B-B2D0-097C8806FB76}" destId="{B2C42110-36C2-498C-A9E4-402D3695B300}" srcOrd="0" destOrd="0" presId="urn:microsoft.com/office/officeart/2018/2/layout/IconVerticalSolidList"/>
    <dgm:cxn modelId="{8DD87879-9BD5-44B5-BB19-DB8AEC46065A}" type="presParOf" srcId="{3BED8A68-2B6A-4FE6-BED2-33766B1C8500}" destId="{6F900DB5-7598-4F90-8486-AF3DEEC5D0C7}" srcOrd="0" destOrd="0" presId="urn:microsoft.com/office/officeart/2018/2/layout/IconVerticalSolidList"/>
    <dgm:cxn modelId="{82504CDE-6F01-459F-AA50-1D3215C693F1}" type="presParOf" srcId="{6F900DB5-7598-4F90-8486-AF3DEEC5D0C7}" destId="{C7E09DE9-7284-419F-BEC7-F200798A7B26}" srcOrd="0" destOrd="0" presId="urn:microsoft.com/office/officeart/2018/2/layout/IconVerticalSolidList"/>
    <dgm:cxn modelId="{7C74880C-C9F7-41F5-87E5-C4380B598236}" type="presParOf" srcId="{6F900DB5-7598-4F90-8486-AF3DEEC5D0C7}" destId="{1381A083-F237-44EF-A8E4-2D75B46FC8F7}" srcOrd="1" destOrd="0" presId="urn:microsoft.com/office/officeart/2018/2/layout/IconVerticalSolidList"/>
    <dgm:cxn modelId="{0527EC53-3911-490F-876F-E33CCF04D785}" type="presParOf" srcId="{6F900DB5-7598-4F90-8486-AF3DEEC5D0C7}" destId="{8ACAF2CF-7D02-411B-8E78-53364BB1C361}" srcOrd="2" destOrd="0" presId="urn:microsoft.com/office/officeart/2018/2/layout/IconVerticalSolidList"/>
    <dgm:cxn modelId="{16195AB0-D817-4BD0-B6AA-F4A019802E46}" type="presParOf" srcId="{6F900DB5-7598-4F90-8486-AF3DEEC5D0C7}" destId="{E3465E55-CF31-4081-B04B-80F0CABF7031}" srcOrd="3" destOrd="0" presId="urn:microsoft.com/office/officeart/2018/2/layout/IconVerticalSolidList"/>
    <dgm:cxn modelId="{C3A7F798-C8FB-4375-8B95-9EDB5DDBED85}" type="presParOf" srcId="{3BED8A68-2B6A-4FE6-BED2-33766B1C8500}" destId="{E6D2F2A9-DFF9-45BC-8C03-F58CF379B7CD}" srcOrd="1" destOrd="0" presId="urn:microsoft.com/office/officeart/2018/2/layout/IconVerticalSolidList"/>
    <dgm:cxn modelId="{FC519700-FE4F-420B-B1AB-BBC0ED9CB37E}" type="presParOf" srcId="{3BED8A68-2B6A-4FE6-BED2-33766B1C8500}" destId="{084CA196-3E6B-4B3E-BE01-7A3617FCFA85}" srcOrd="2" destOrd="0" presId="urn:microsoft.com/office/officeart/2018/2/layout/IconVerticalSolidList"/>
    <dgm:cxn modelId="{9958290B-A7BB-4CF5-8685-6805167E79FC}" type="presParOf" srcId="{084CA196-3E6B-4B3E-BE01-7A3617FCFA85}" destId="{D31C5E8F-98AB-4321-8060-209709B6796A}" srcOrd="0" destOrd="0" presId="urn:microsoft.com/office/officeart/2018/2/layout/IconVerticalSolidList"/>
    <dgm:cxn modelId="{BE355830-2687-467A-9A49-D375867E52D9}" type="presParOf" srcId="{084CA196-3E6B-4B3E-BE01-7A3617FCFA85}" destId="{65929B4D-75A2-430C-AA24-804595CDD701}" srcOrd="1" destOrd="0" presId="urn:microsoft.com/office/officeart/2018/2/layout/IconVerticalSolidList"/>
    <dgm:cxn modelId="{C37A039A-CD31-4B2C-8293-3D0FEDF79D67}" type="presParOf" srcId="{084CA196-3E6B-4B3E-BE01-7A3617FCFA85}" destId="{E596E578-90A1-46C6-A6EC-465DF780897E}" srcOrd="2" destOrd="0" presId="urn:microsoft.com/office/officeart/2018/2/layout/IconVerticalSolidList"/>
    <dgm:cxn modelId="{19D79C2D-1B6E-466A-9BDF-D1646CD59B6C}" type="presParOf" srcId="{084CA196-3E6B-4B3E-BE01-7A3617FCFA85}" destId="{A68D06FC-0357-4CFF-BB2F-3CA45D14B7B6}" srcOrd="3" destOrd="0" presId="urn:microsoft.com/office/officeart/2018/2/layout/IconVerticalSolidList"/>
    <dgm:cxn modelId="{844ECCBE-5CFC-4190-9F0B-00035188C9A6}" type="presParOf" srcId="{3BED8A68-2B6A-4FE6-BED2-33766B1C8500}" destId="{8DCBE2F9-27F2-4106-AD3D-D3BB3A9678F1}" srcOrd="3" destOrd="0" presId="urn:microsoft.com/office/officeart/2018/2/layout/IconVerticalSolidList"/>
    <dgm:cxn modelId="{C2C311BD-2FCB-4D30-B677-14B701F7C862}" type="presParOf" srcId="{3BED8A68-2B6A-4FE6-BED2-33766B1C8500}" destId="{E6287FC3-DE97-41C6-A52B-3ABA08F216C4}" srcOrd="4" destOrd="0" presId="urn:microsoft.com/office/officeart/2018/2/layout/IconVerticalSolidList"/>
    <dgm:cxn modelId="{ADD8512A-C665-42CB-ADDA-9862BC0D543F}" type="presParOf" srcId="{E6287FC3-DE97-41C6-A52B-3ABA08F216C4}" destId="{9D121152-8ECF-4137-A90F-4CB91F4345CA}" srcOrd="0" destOrd="0" presId="urn:microsoft.com/office/officeart/2018/2/layout/IconVerticalSolidList"/>
    <dgm:cxn modelId="{D76BF563-CFE2-408E-85BF-1AD3EF92F749}" type="presParOf" srcId="{E6287FC3-DE97-41C6-A52B-3ABA08F216C4}" destId="{2A77FF16-F3AE-4E98-A564-1339249184EE}" srcOrd="1" destOrd="0" presId="urn:microsoft.com/office/officeart/2018/2/layout/IconVerticalSolidList"/>
    <dgm:cxn modelId="{E43D8742-5219-4449-85E0-EAB9798CF9FB}" type="presParOf" srcId="{E6287FC3-DE97-41C6-A52B-3ABA08F216C4}" destId="{DD3DE825-3479-4B0B-9B1C-12D626750B0D}" srcOrd="2" destOrd="0" presId="urn:microsoft.com/office/officeart/2018/2/layout/IconVerticalSolidList"/>
    <dgm:cxn modelId="{8ED014EE-F3AE-4ADF-8A92-BCD2934F9225}" type="presParOf" srcId="{E6287FC3-DE97-41C6-A52B-3ABA08F216C4}" destId="{062ECFCF-F511-4CE9-B6CF-62D8BC000D37}" srcOrd="3" destOrd="0" presId="urn:microsoft.com/office/officeart/2018/2/layout/IconVerticalSolidList"/>
    <dgm:cxn modelId="{F2077750-D925-49A2-AB64-929969C0DC21}" type="presParOf" srcId="{3BED8A68-2B6A-4FE6-BED2-33766B1C8500}" destId="{DA468055-1E30-4940-8665-F40BBF6E2B06}" srcOrd="5" destOrd="0" presId="urn:microsoft.com/office/officeart/2018/2/layout/IconVerticalSolidList"/>
    <dgm:cxn modelId="{9EFA753E-FABD-4619-8257-86DE561FA75B}" type="presParOf" srcId="{3BED8A68-2B6A-4FE6-BED2-33766B1C8500}" destId="{E56206F8-0903-46D7-86E3-D08012239440}" srcOrd="6" destOrd="0" presId="urn:microsoft.com/office/officeart/2018/2/layout/IconVerticalSolidList"/>
    <dgm:cxn modelId="{5FF0074D-7525-4C2A-B144-31F9F6BB37C9}" type="presParOf" srcId="{E56206F8-0903-46D7-86E3-D08012239440}" destId="{FB437ECF-4FAA-4188-971E-65B02A549694}" srcOrd="0" destOrd="0" presId="urn:microsoft.com/office/officeart/2018/2/layout/IconVerticalSolidList"/>
    <dgm:cxn modelId="{AE746545-C48B-4794-A844-E8E9237AE41E}" type="presParOf" srcId="{E56206F8-0903-46D7-86E3-D08012239440}" destId="{6E5E3F91-78C2-4830-B942-2965FF5C8397}" srcOrd="1" destOrd="0" presId="urn:microsoft.com/office/officeart/2018/2/layout/IconVerticalSolidList"/>
    <dgm:cxn modelId="{A24CA63B-D86E-45F9-8799-D79AFAB2F4F3}" type="presParOf" srcId="{E56206F8-0903-46D7-86E3-D08012239440}" destId="{897B5911-DEE8-4189-9083-C04195CCA09D}" srcOrd="2" destOrd="0" presId="urn:microsoft.com/office/officeart/2018/2/layout/IconVerticalSolidList"/>
    <dgm:cxn modelId="{B67BA9AA-74D7-4B73-A298-ABB8DFC2B228}" type="presParOf" srcId="{E56206F8-0903-46D7-86E3-D08012239440}" destId="{CDED411C-C14C-4C33-9D31-2D61888FE203}" srcOrd="3" destOrd="0" presId="urn:microsoft.com/office/officeart/2018/2/layout/IconVerticalSolidList"/>
    <dgm:cxn modelId="{A5BE152B-9310-4A08-B776-04DCFCEC9680}" type="presParOf" srcId="{3BED8A68-2B6A-4FE6-BED2-33766B1C8500}" destId="{A1CDF514-3E7D-46F1-9510-7FF9777BFB73}" srcOrd="7" destOrd="0" presId="urn:microsoft.com/office/officeart/2018/2/layout/IconVerticalSolidList"/>
    <dgm:cxn modelId="{5EC713C0-1C9B-4850-8F9A-47543F27272D}" type="presParOf" srcId="{3BED8A68-2B6A-4FE6-BED2-33766B1C8500}" destId="{34F62340-CB1E-4A38-B2CA-3E5A317F06D6}" srcOrd="8" destOrd="0" presId="urn:microsoft.com/office/officeart/2018/2/layout/IconVerticalSolidList"/>
    <dgm:cxn modelId="{95AE780D-ABD4-4CD8-9F77-F2966EC347B2}" type="presParOf" srcId="{34F62340-CB1E-4A38-B2CA-3E5A317F06D6}" destId="{2F1FA83D-9AE6-4A47-B799-E756D87307A4}" srcOrd="0" destOrd="0" presId="urn:microsoft.com/office/officeart/2018/2/layout/IconVerticalSolidList"/>
    <dgm:cxn modelId="{599ED901-68AE-4442-8CE8-4B79BFE9E539}" type="presParOf" srcId="{34F62340-CB1E-4A38-B2CA-3E5A317F06D6}" destId="{18C960E5-AD6D-4C32-8DD1-B55443349DA8}" srcOrd="1" destOrd="0" presId="urn:microsoft.com/office/officeart/2018/2/layout/IconVerticalSolidList"/>
    <dgm:cxn modelId="{7AA516DB-613E-4598-8AA2-CF5EF907289F}" type="presParOf" srcId="{34F62340-CB1E-4A38-B2CA-3E5A317F06D6}" destId="{A0511053-D4B0-4B07-A430-7F02FB6E6470}" srcOrd="2" destOrd="0" presId="urn:microsoft.com/office/officeart/2018/2/layout/IconVerticalSolidList"/>
    <dgm:cxn modelId="{A5BD2DB9-419C-4F17-BE1D-5EA05E167383}" type="presParOf" srcId="{34F62340-CB1E-4A38-B2CA-3E5A317F06D6}" destId="{B2C42110-36C2-498C-A9E4-402D3695B3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AC0CD3-9B6B-46CE-8D1D-A22085E15E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6DF772-15D0-41BC-8F4B-20E6FB84F49E}">
      <dgm:prSet/>
      <dgm:spPr/>
      <dgm:t>
        <a:bodyPr/>
        <a:lstStyle/>
        <a:p>
          <a:r>
            <a:rPr lang="en-US" b="1"/>
            <a:t>Character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CharName, CharLevel, STR, CON, DEX, WIS, INT, CHA, MaxHP)</a:t>
          </a:r>
        </a:p>
      </dgm:t>
    </dgm:pt>
    <dgm:pt modelId="{8E59ED83-7841-4C43-8992-89BC96454013}" type="parTrans" cxnId="{00B024CC-F925-4664-B580-D74B12D376B9}">
      <dgm:prSet/>
      <dgm:spPr/>
      <dgm:t>
        <a:bodyPr/>
        <a:lstStyle/>
        <a:p>
          <a:endParaRPr lang="en-US"/>
        </a:p>
      </dgm:t>
    </dgm:pt>
    <dgm:pt modelId="{09A7E407-5A52-4969-AE8F-C037C73EC1E4}" type="sibTrans" cxnId="{00B024CC-F925-4664-B580-D74B12D376B9}">
      <dgm:prSet/>
      <dgm:spPr/>
      <dgm:t>
        <a:bodyPr/>
        <a:lstStyle/>
        <a:p>
          <a:endParaRPr lang="en-US"/>
        </a:p>
      </dgm:t>
    </dgm:pt>
    <dgm:pt modelId="{19216F65-A502-408F-BE2E-C9D9EF7FBEF0}">
      <dgm:prSet/>
      <dgm:spPr/>
      <dgm:t>
        <a:bodyPr/>
        <a:lstStyle/>
        <a:p>
          <a:r>
            <a:rPr lang="en-US" b="1"/>
            <a:t>Classes</a:t>
          </a:r>
          <a:r>
            <a:rPr lang="en-US"/>
            <a:t> (</a:t>
          </a:r>
          <a:r>
            <a:rPr lang="en-US" u="sng"/>
            <a:t>ClassName</a:t>
          </a:r>
          <a:r>
            <a:rPr lang="en-US"/>
            <a:t>, Primary Stat1, Primary Stat 2, HitDie) </a:t>
          </a:r>
        </a:p>
      </dgm:t>
    </dgm:pt>
    <dgm:pt modelId="{CBD14BFC-82B3-4A72-967A-EE90FE62E82E}" type="parTrans" cxnId="{6D570AFE-BC91-4376-AC6F-1BAE44840E34}">
      <dgm:prSet/>
      <dgm:spPr/>
      <dgm:t>
        <a:bodyPr/>
        <a:lstStyle/>
        <a:p>
          <a:endParaRPr lang="en-US"/>
        </a:p>
      </dgm:t>
    </dgm:pt>
    <dgm:pt modelId="{895ADFC1-20BD-4540-8AD6-2DF12D558040}" type="sibTrans" cxnId="{6D570AFE-BC91-4376-AC6F-1BAE44840E34}">
      <dgm:prSet/>
      <dgm:spPr/>
      <dgm:t>
        <a:bodyPr/>
        <a:lstStyle/>
        <a:p>
          <a:endParaRPr lang="en-US"/>
        </a:p>
      </dgm:t>
    </dgm:pt>
    <dgm:pt modelId="{69B01D13-24D5-4427-BBE1-D4CEBCE430D2}">
      <dgm:prSet/>
      <dgm:spPr/>
      <dgm:t>
        <a:bodyPr/>
        <a:lstStyle/>
        <a:p>
          <a:r>
            <a:rPr lang="en-US" b="1"/>
            <a:t>CharacterClasses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ClassName</a:t>
          </a:r>
          <a:r>
            <a:rPr lang="en-US"/>
            <a:t>) #CharId is FK references Character (CharID), ClassName is FK references Classes (ClassName)</a:t>
          </a:r>
        </a:p>
      </dgm:t>
    </dgm:pt>
    <dgm:pt modelId="{32BE8C41-35C5-4FB0-AF2A-C7A63644D817}" type="parTrans" cxnId="{32407519-5200-416E-97CE-DC6A5DC0B8B3}">
      <dgm:prSet/>
      <dgm:spPr/>
      <dgm:t>
        <a:bodyPr/>
        <a:lstStyle/>
        <a:p>
          <a:endParaRPr lang="en-US"/>
        </a:p>
      </dgm:t>
    </dgm:pt>
    <dgm:pt modelId="{FB8C2FB8-1515-4A4C-8AFC-5DACCA1AB279}" type="sibTrans" cxnId="{32407519-5200-416E-97CE-DC6A5DC0B8B3}">
      <dgm:prSet/>
      <dgm:spPr/>
      <dgm:t>
        <a:bodyPr/>
        <a:lstStyle/>
        <a:p>
          <a:endParaRPr lang="en-US"/>
        </a:p>
      </dgm:t>
    </dgm:pt>
    <dgm:pt modelId="{D3343A7A-F840-4154-81BE-2EA49476DFAD}">
      <dgm:prSet/>
      <dgm:spPr/>
      <dgm:t>
        <a:bodyPr/>
        <a:lstStyle/>
        <a:p>
          <a:r>
            <a:rPr lang="en-US" b="1"/>
            <a:t>Spells</a:t>
          </a:r>
          <a:r>
            <a:rPr lang="en-US"/>
            <a:t> (</a:t>
          </a:r>
          <a:r>
            <a:rPr lang="en-US" u="sng"/>
            <a:t>SpellName</a:t>
          </a:r>
          <a:r>
            <a:rPr lang="en-US"/>
            <a:t>, SpellLevel, CastingTime, School, Duration, Spellrange, Components, IsRitual) </a:t>
          </a:r>
        </a:p>
      </dgm:t>
    </dgm:pt>
    <dgm:pt modelId="{3721D3B2-AF31-4973-8BEA-C441FCAC884B}" type="parTrans" cxnId="{D5FE15FC-99EE-4D91-8D8D-81F9EECE1516}">
      <dgm:prSet/>
      <dgm:spPr/>
      <dgm:t>
        <a:bodyPr/>
        <a:lstStyle/>
        <a:p>
          <a:endParaRPr lang="en-US"/>
        </a:p>
      </dgm:t>
    </dgm:pt>
    <dgm:pt modelId="{8C14B9C7-E5CB-4878-9031-845559B9C384}" type="sibTrans" cxnId="{D5FE15FC-99EE-4D91-8D8D-81F9EECE1516}">
      <dgm:prSet/>
      <dgm:spPr/>
      <dgm:t>
        <a:bodyPr/>
        <a:lstStyle/>
        <a:p>
          <a:endParaRPr lang="en-US"/>
        </a:p>
      </dgm:t>
    </dgm:pt>
    <dgm:pt modelId="{D648C152-40EA-4C9A-9A43-1E7A0748C010}">
      <dgm:prSet/>
      <dgm:spPr/>
      <dgm:t>
        <a:bodyPr/>
        <a:lstStyle/>
        <a:p>
          <a:r>
            <a:rPr lang="en-US" b="1"/>
            <a:t>ClassSpells </a:t>
          </a:r>
          <a:r>
            <a:rPr lang="en-US"/>
            <a:t>(</a:t>
          </a:r>
          <a:r>
            <a:rPr lang="en-US" u="sng"/>
            <a:t>ClassName</a:t>
          </a:r>
          <a:r>
            <a:rPr lang="en-US"/>
            <a:t>, </a:t>
          </a:r>
          <a:r>
            <a:rPr lang="en-US" u="sng"/>
            <a:t>SpellName</a:t>
          </a:r>
          <a:r>
            <a:rPr lang="en-US"/>
            <a:t>) #ClassName is FK references Classes (ClassName),  SpellName is FK references Spells (SpellName) </a:t>
          </a:r>
        </a:p>
      </dgm:t>
    </dgm:pt>
    <dgm:pt modelId="{5DF58DA2-ECB9-4340-A963-F8089D6957DE}" type="parTrans" cxnId="{37CCC403-9ACB-4411-B392-7794CFEBB387}">
      <dgm:prSet/>
      <dgm:spPr/>
      <dgm:t>
        <a:bodyPr/>
        <a:lstStyle/>
        <a:p>
          <a:endParaRPr lang="en-US"/>
        </a:p>
      </dgm:t>
    </dgm:pt>
    <dgm:pt modelId="{AA103A0C-41DF-4C16-837D-D31C7DAE34F2}" type="sibTrans" cxnId="{37CCC403-9ACB-4411-B392-7794CFEBB387}">
      <dgm:prSet/>
      <dgm:spPr/>
      <dgm:t>
        <a:bodyPr/>
        <a:lstStyle/>
        <a:p>
          <a:endParaRPr lang="en-US"/>
        </a:p>
      </dgm:t>
    </dgm:pt>
    <dgm:pt modelId="{8C56BDA1-DEC0-4B28-ADE1-B98737638A0C}">
      <dgm:prSet/>
      <dgm:spPr/>
      <dgm:t>
        <a:bodyPr/>
        <a:lstStyle/>
        <a:p>
          <a:r>
            <a:rPr lang="en-US" b="1"/>
            <a:t>CharacterSpellsPrepared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SpellName</a:t>
          </a:r>
          <a:r>
            <a:rPr lang="en-US"/>
            <a:t>) #CharId is FK references Character (CharID), SpellName is FK references Spells (SpellName)</a:t>
          </a:r>
        </a:p>
      </dgm:t>
    </dgm:pt>
    <dgm:pt modelId="{E12077E4-EBAE-41BA-9AA6-F1D07E7009E6}" type="parTrans" cxnId="{9FE53B31-BFFE-48CC-AFDB-50733DE17470}">
      <dgm:prSet/>
      <dgm:spPr/>
      <dgm:t>
        <a:bodyPr/>
        <a:lstStyle/>
        <a:p>
          <a:endParaRPr lang="en-US"/>
        </a:p>
      </dgm:t>
    </dgm:pt>
    <dgm:pt modelId="{98F7C9D0-7254-4484-958B-4013316E3526}" type="sibTrans" cxnId="{9FE53B31-BFFE-48CC-AFDB-50733DE17470}">
      <dgm:prSet/>
      <dgm:spPr/>
      <dgm:t>
        <a:bodyPr/>
        <a:lstStyle/>
        <a:p>
          <a:endParaRPr lang="en-US"/>
        </a:p>
      </dgm:t>
    </dgm:pt>
    <dgm:pt modelId="{98DD6B9B-A2DA-48E6-BEAD-706CEE4AA0CE}">
      <dgm:prSet/>
      <dgm:spPr/>
      <dgm:t>
        <a:bodyPr/>
        <a:lstStyle/>
        <a:p>
          <a:r>
            <a:rPr lang="en-US" b="1"/>
            <a:t>Weapons</a:t>
          </a:r>
          <a:r>
            <a:rPr lang="en-US"/>
            <a:t> ( </a:t>
          </a:r>
          <a:r>
            <a:rPr lang="en-US" u="sng"/>
            <a:t>WeaponName</a:t>
          </a:r>
          <a:r>
            <a:rPr lang="en-US"/>
            <a:t>, Range, DamageType, Properties, DamageDice) </a:t>
          </a:r>
        </a:p>
      </dgm:t>
    </dgm:pt>
    <dgm:pt modelId="{6716BE37-4A40-4CEC-9D46-AF31BE698EB5}" type="parTrans" cxnId="{42BF563D-20C9-48F8-99D5-375815DBD96C}">
      <dgm:prSet/>
      <dgm:spPr/>
      <dgm:t>
        <a:bodyPr/>
        <a:lstStyle/>
        <a:p>
          <a:endParaRPr lang="en-US"/>
        </a:p>
      </dgm:t>
    </dgm:pt>
    <dgm:pt modelId="{439529F0-1EC2-4FD1-BA14-293CBAC0CB22}" type="sibTrans" cxnId="{42BF563D-20C9-48F8-99D5-375815DBD96C}">
      <dgm:prSet/>
      <dgm:spPr/>
      <dgm:t>
        <a:bodyPr/>
        <a:lstStyle/>
        <a:p>
          <a:endParaRPr lang="en-US"/>
        </a:p>
      </dgm:t>
    </dgm:pt>
    <dgm:pt modelId="{4C9B8D7F-604A-4AE9-83EA-2720153A9416}">
      <dgm:prSet/>
      <dgm:spPr/>
      <dgm:t>
        <a:bodyPr/>
        <a:lstStyle/>
        <a:p>
          <a:r>
            <a:rPr lang="en-US" b="1"/>
            <a:t>CharacterWeapons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WeaponName</a:t>
          </a:r>
          <a:r>
            <a:rPr lang="en-US"/>
            <a:t>) #CharId is FK references Character (CharID), WeaponName is FK references Weapons (WeaponName) </a:t>
          </a:r>
        </a:p>
      </dgm:t>
    </dgm:pt>
    <dgm:pt modelId="{F0BBC2C3-97BD-484B-B0AD-837256B78C9F}" type="parTrans" cxnId="{56E96FB1-6032-40DF-9B30-9C7644B23BAB}">
      <dgm:prSet/>
      <dgm:spPr/>
      <dgm:t>
        <a:bodyPr/>
        <a:lstStyle/>
        <a:p>
          <a:endParaRPr lang="en-US"/>
        </a:p>
      </dgm:t>
    </dgm:pt>
    <dgm:pt modelId="{CFCAD4F2-0CA3-46C8-84A9-CABD7E2ECE6E}" type="sibTrans" cxnId="{56E96FB1-6032-40DF-9B30-9C7644B23BAB}">
      <dgm:prSet/>
      <dgm:spPr/>
      <dgm:t>
        <a:bodyPr/>
        <a:lstStyle/>
        <a:p>
          <a:endParaRPr lang="en-US"/>
        </a:p>
      </dgm:t>
    </dgm:pt>
    <dgm:pt modelId="{9A5E2B56-7F0C-4455-A3DA-98462CED6CFC}">
      <dgm:prSet/>
      <dgm:spPr/>
      <dgm:t>
        <a:bodyPr/>
        <a:lstStyle/>
        <a:p>
          <a:r>
            <a:rPr lang="en-US" b="1"/>
            <a:t>Backgrounds</a:t>
          </a:r>
          <a:r>
            <a:rPr lang="en-US"/>
            <a:t> (</a:t>
          </a:r>
          <a:r>
            <a:rPr lang="en-US" u="sng"/>
            <a:t>BackgroundName</a:t>
          </a:r>
          <a:r>
            <a:rPr lang="en-US"/>
            <a:t>, BackgroundProficiencies, Languages)</a:t>
          </a:r>
        </a:p>
      </dgm:t>
    </dgm:pt>
    <dgm:pt modelId="{4E4D6619-EC7A-4577-846B-EB4316A7877B}" type="parTrans" cxnId="{26912860-08FD-415A-98FE-1257B46BE1A2}">
      <dgm:prSet/>
      <dgm:spPr/>
      <dgm:t>
        <a:bodyPr/>
        <a:lstStyle/>
        <a:p>
          <a:endParaRPr lang="en-US"/>
        </a:p>
      </dgm:t>
    </dgm:pt>
    <dgm:pt modelId="{088543E1-60D5-426D-B9DA-6ECB72844CC7}" type="sibTrans" cxnId="{26912860-08FD-415A-98FE-1257B46BE1A2}">
      <dgm:prSet/>
      <dgm:spPr/>
      <dgm:t>
        <a:bodyPr/>
        <a:lstStyle/>
        <a:p>
          <a:endParaRPr lang="en-US"/>
        </a:p>
      </dgm:t>
    </dgm:pt>
    <dgm:pt modelId="{8FC393DA-627D-4564-AFFF-A0257D21C4B6}">
      <dgm:prSet/>
      <dgm:spPr/>
      <dgm:t>
        <a:bodyPr/>
        <a:lstStyle/>
        <a:p>
          <a:r>
            <a:rPr lang="en-US" b="1"/>
            <a:t>CharacterBackground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BackgroundName</a:t>
          </a:r>
          <a:r>
            <a:rPr lang="en-US"/>
            <a:t>) #CharId is FK references Character (CharID), BackgroundName is FK references Backgrounds (BackgroundName) </a:t>
          </a:r>
        </a:p>
      </dgm:t>
    </dgm:pt>
    <dgm:pt modelId="{F3BD0D71-91AD-4749-9559-AAF2F71E9651}" type="parTrans" cxnId="{9594346D-94FC-45D8-894D-BDBF4FE0E472}">
      <dgm:prSet/>
      <dgm:spPr/>
      <dgm:t>
        <a:bodyPr/>
        <a:lstStyle/>
        <a:p>
          <a:endParaRPr lang="en-US"/>
        </a:p>
      </dgm:t>
    </dgm:pt>
    <dgm:pt modelId="{B3F99695-417D-4119-98E2-F8D7CD5E1C12}" type="sibTrans" cxnId="{9594346D-94FC-45D8-894D-BDBF4FE0E472}">
      <dgm:prSet/>
      <dgm:spPr/>
      <dgm:t>
        <a:bodyPr/>
        <a:lstStyle/>
        <a:p>
          <a:endParaRPr lang="en-US"/>
        </a:p>
      </dgm:t>
    </dgm:pt>
    <dgm:pt modelId="{8E58B200-385C-4992-98A8-6160109FCD9D}">
      <dgm:prSet/>
      <dgm:spPr/>
      <dgm:t>
        <a:bodyPr/>
        <a:lstStyle/>
        <a:p>
          <a:r>
            <a:rPr lang="en-US" b="1"/>
            <a:t>Feats</a:t>
          </a:r>
          <a:r>
            <a:rPr lang="en-US"/>
            <a:t> (</a:t>
          </a:r>
          <a:r>
            <a:rPr lang="en-US" u="sng"/>
            <a:t>FeatName</a:t>
          </a:r>
          <a:r>
            <a:rPr lang="en-US"/>
            <a:t>)</a:t>
          </a:r>
        </a:p>
      </dgm:t>
    </dgm:pt>
    <dgm:pt modelId="{8A20676D-26BA-4F28-8AF7-1752C020E5FF}" type="parTrans" cxnId="{09B7D4AD-C00D-4C59-851F-B7E6E8FE8D2B}">
      <dgm:prSet/>
      <dgm:spPr/>
      <dgm:t>
        <a:bodyPr/>
        <a:lstStyle/>
        <a:p>
          <a:endParaRPr lang="en-US"/>
        </a:p>
      </dgm:t>
    </dgm:pt>
    <dgm:pt modelId="{4AB7FF6F-D4AE-4D06-8AFB-BDF7640908BA}" type="sibTrans" cxnId="{09B7D4AD-C00D-4C59-851F-B7E6E8FE8D2B}">
      <dgm:prSet/>
      <dgm:spPr/>
      <dgm:t>
        <a:bodyPr/>
        <a:lstStyle/>
        <a:p>
          <a:endParaRPr lang="en-US"/>
        </a:p>
      </dgm:t>
    </dgm:pt>
    <dgm:pt modelId="{6243853D-C62B-48ED-B182-82A64C2E7C4D}">
      <dgm:prSet/>
      <dgm:spPr/>
      <dgm:t>
        <a:bodyPr/>
        <a:lstStyle/>
        <a:p>
          <a:r>
            <a:rPr lang="en-US" b="1"/>
            <a:t>CharacterFeats </a:t>
          </a:r>
          <a:r>
            <a:rPr lang="en-US"/>
            <a:t>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FeatName</a:t>
          </a:r>
          <a:r>
            <a:rPr lang="en-US"/>
            <a:t>) #CharId is FK references Character (CharID), FeatName is FK references Feats (FeatName) </a:t>
          </a:r>
        </a:p>
      </dgm:t>
    </dgm:pt>
    <dgm:pt modelId="{B18C9381-E8B3-4634-A890-9564DB732295}" type="parTrans" cxnId="{F5FB2634-C08C-4418-AECF-6B39FD3E8299}">
      <dgm:prSet/>
      <dgm:spPr/>
      <dgm:t>
        <a:bodyPr/>
        <a:lstStyle/>
        <a:p>
          <a:endParaRPr lang="en-US"/>
        </a:p>
      </dgm:t>
    </dgm:pt>
    <dgm:pt modelId="{BFBEA9AF-F34C-4690-949C-5841295F7F97}" type="sibTrans" cxnId="{F5FB2634-C08C-4418-AECF-6B39FD3E8299}">
      <dgm:prSet/>
      <dgm:spPr/>
      <dgm:t>
        <a:bodyPr/>
        <a:lstStyle/>
        <a:p>
          <a:endParaRPr lang="en-US"/>
        </a:p>
      </dgm:t>
    </dgm:pt>
    <dgm:pt modelId="{961841D4-2518-4E13-BF84-618D6F42CE1D}">
      <dgm:prSet/>
      <dgm:spPr/>
      <dgm:t>
        <a:bodyPr/>
        <a:lstStyle/>
        <a:p>
          <a:r>
            <a:rPr lang="en-US" b="1"/>
            <a:t>Species</a:t>
          </a:r>
          <a:r>
            <a:rPr lang="en-US"/>
            <a:t> (</a:t>
          </a:r>
          <a:r>
            <a:rPr lang="en-US" u="sng"/>
            <a:t>SpeciesName</a:t>
          </a:r>
          <a:r>
            <a:rPr lang="en-US"/>
            <a:t>, CreatureType, Speed, SpeciesProficiencies) </a:t>
          </a:r>
        </a:p>
      </dgm:t>
    </dgm:pt>
    <dgm:pt modelId="{F0A3FF1A-556E-4BB2-BF3B-65968970DD50}" type="parTrans" cxnId="{BC1B5597-A7FC-47DD-9EAB-5EC2EA349967}">
      <dgm:prSet/>
      <dgm:spPr/>
      <dgm:t>
        <a:bodyPr/>
        <a:lstStyle/>
        <a:p>
          <a:endParaRPr lang="en-US"/>
        </a:p>
      </dgm:t>
    </dgm:pt>
    <dgm:pt modelId="{4B115C57-6561-4446-B02B-8788EB28D1B3}" type="sibTrans" cxnId="{BC1B5597-A7FC-47DD-9EAB-5EC2EA349967}">
      <dgm:prSet/>
      <dgm:spPr/>
      <dgm:t>
        <a:bodyPr/>
        <a:lstStyle/>
        <a:p>
          <a:endParaRPr lang="en-US"/>
        </a:p>
      </dgm:t>
    </dgm:pt>
    <dgm:pt modelId="{A3ECD16A-CB12-432E-9838-AC5778BA2721}">
      <dgm:prSet/>
      <dgm:spPr/>
      <dgm:t>
        <a:bodyPr/>
        <a:lstStyle/>
        <a:p>
          <a:r>
            <a:rPr lang="en-US" b="1"/>
            <a:t>CharacterSpecies</a:t>
          </a:r>
          <a:r>
            <a:rPr lang="en-US"/>
            <a:t> (</a:t>
          </a:r>
          <a:r>
            <a:rPr lang="en-US" u="sng"/>
            <a:t>CharID</a:t>
          </a:r>
          <a:r>
            <a:rPr lang="en-US"/>
            <a:t>, </a:t>
          </a:r>
          <a:r>
            <a:rPr lang="en-US" u="sng"/>
            <a:t>SpeciesName</a:t>
          </a:r>
          <a:r>
            <a:rPr lang="en-US"/>
            <a:t>) #CharId is FK references Character (harID), SpeciesName is FK references Species (SpeciesName)</a:t>
          </a:r>
        </a:p>
      </dgm:t>
    </dgm:pt>
    <dgm:pt modelId="{39F07588-63AB-4C92-BEDF-05FE8EC9EBAE}" type="parTrans" cxnId="{9F1DB422-5209-4042-949C-AF15CE192BAE}">
      <dgm:prSet/>
      <dgm:spPr/>
      <dgm:t>
        <a:bodyPr/>
        <a:lstStyle/>
        <a:p>
          <a:endParaRPr lang="en-US"/>
        </a:p>
      </dgm:t>
    </dgm:pt>
    <dgm:pt modelId="{91CA0DB8-02C6-40EA-A654-C99F8F7B5930}" type="sibTrans" cxnId="{9F1DB422-5209-4042-949C-AF15CE192BAE}">
      <dgm:prSet/>
      <dgm:spPr/>
      <dgm:t>
        <a:bodyPr/>
        <a:lstStyle/>
        <a:p>
          <a:endParaRPr lang="en-US"/>
        </a:p>
      </dgm:t>
    </dgm:pt>
    <dgm:pt modelId="{C36997E9-68F5-4E7F-9644-CADCC6D66788}" type="pres">
      <dgm:prSet presAssocID="{EBAC0CD3-9B6B-46CE-8D1D-A22085E15E54}" presName="linear" presStyleCnt="0">
        <dgm:presLayoutVars>
          <dgm:animLvl val="lvl"/>
          <dgm:resizeHandles val="exact"/>
        </dgm:presLayoutVars>
      </dgm:prSet>
      <dgm:spPr/>
    </dgm:pt>
    <dgm:pt modelId="{E9EF5F31-18DC-4746-837E-4B8C661EEC6A}" type="pres">
      <dgm:prSet presAssocID="{3B6DF772-15D0-41BC-8F4B-20E6FB84F49E}" presName="parentText" presStyleLbl="node1" presStyleIdx="0" presStyleCnt="14">
        <dgm:presLayoutVars>
          <dgm:chMax val="0"/>
          <dgm:bulletEnabled val="1"/>
        </dgm:presLayoutVars>
      </dgm:prSet>
      <dgm:spPr/>
    </dgm:pt>
    <dgm:pt modelId="{79599E68-C139-455D-BBCC-9DDF85FBC77E}" type="pres">
      <dgm:prSet presAssocID="{09A7E407-5A52-4969-AE8F-C037C73EC1E4}" presName="spacer" presStyleCnt="0"/>
      <dgm:spPr/>
    </dgm:pt>
    <dgm:pt modelId="{925FEE82-EEEA-4953-91FC-D7F884642157}" type="pres">
      <dgm:prSet presAssocID="{19216F65-A502-408F-BE2E-C9D9EF7FBEF0}" presName="parentText" presStyleLbl="node1" presStyleIdx="1" presStyleCnt="14">
        <dgm:presLayoutVars>
          <dgm:chMax val="0"/>
          <dgm:bulletEnabled val="1"/>
        </dgm:presLayoutVars>
      </dgm:prSet>
      <dgm:spPr/>
    </dgm:pt>
    <dgm:pt modelId="{3DA7B537-BB23-44E9-9033-C10F921F0382}" type="pres">
      <dgm:prSet presAssocID="{895ADFC1-20BD-4540-8AD6-2DF12D558040}" presName="spacer" presStyleCnt="0"/>
      <dgm:spPr/>
    </dgm:pt>
    <dgm:pt modelId="{97EC61FC-C7E3-4A1D-9CB4-400984034CA7}" type="pres">
      <dgm:prSet presAssocID="{69B01D13-24D5-4427-BBE1-D4CEBCE430D2}" presName="parentText" presStyleLbl="node1" presStyleIdx="2" presStyleCnt="14">
        <dgm:presLayoutVars>
          <dgm:chMax val="0"/>
          <dgm:bulletEnabled val="1"/>
        </dgm:presLayoutVars>
      </dgm:prSet>
      <dgm:spPr/>
    </dgm:pt>
    <dgm:pt modelId="{F52824A0-6569-421F-BB8A-E2AD80FCAEF2}" type="pres">
      <dgm:prSet presAssocID="{FB8C2FB8-1515-4A4C-8AFC-5DACCA1AB279}" presName="spacer" presStyleCnt="0"/>
      <dgm:spPr/>
    </dgm:pt>
    <dgm:pt modelId="{345D873F-583C-4E2F-8743-DD1E9A30FE02}" type="pres">
      <dgm:prSet presAssocID="{D3343A7A-F840-4154-81BE-2EA49476DFAD}" presName="parentText" presStyleLbl="node1" presStyleIdx="3" presStyleCnt="14">
        <dgm:presLayoutVars>
          <dgm:chMax val="0"/>
          <dgm:bulletEnabled val="1"/>
        </dgm:presLayoutVars>
      </dgm:prSet>
      <dgm:spPr/>
    </dgm:pt>
    <dgm:pt modelId="{500C2CDB-1A18-4F39-9268-8F4D9A354C0B}" type="pres">
      <dgm:prSet presAssocID="{8C14B9C7-E5CB-4878-9031-845559B9C384}" presName="spacer" presStyleCnt="0"/>
      <dgm:spPr/>
    </dgm:pt>
    <dgm:pt modelId="{AE14E3FF-0025-4617-8846-768B722F7CBC}" type="pres">
      <dgm:prSet presAssocID="{D648C152-40EA-4C9A-9A43-1E7A0748C010}" presName="parentText" presStyleLbl="node1" presStyleIdx="4" presStyleCnt="14">
        <dgm:presLayoutVars>
          <dgm:chMax val="0"/>
          <dgm:bulletEnabled val="1"/>
        </dgm:presLayoutVars>
      </dgm:prSet>
      <dgm:spPr/>
    </dgm:pt>
    <dgm:pt modelId="{CF4DE806-1105-4C04-9CBE-B9164B0B7B4C}" type="pres">
      <dgm:prSet presAssocID="{AA103A0C-41DF-4C16-837D-D31C7DAE34F2}" presName="spacer" presStyleCnt="0"/>
      <dgm:spPr/>
    </dgm:pt>
    <dgm:pt modelId="{F08F7699-8621-4EE5-8068-A0E5F1B66AB3}" type="pres">
      <dgm:prSet presAssocID="{8C56BDA1-DEC0-4B28-ADE1-B98737638A0C}" presName="parentText" presStyleLbl="node1" presStyleIdx="5" presStyleCnt="14">
        <dgm:presLayoutVars>
          <dgm:chMax val="0"/>
          <dgm:bulletEnabled val="1"/>
        </dgm:presLayoutVars>
      </dgm:prSet>
      <dgm:spPr/>
    </dgm:pt>
    <dgm:pt modelId="{22C8ADFD-C2F8-43C3-87C8-6DC02539B4C2}" type="pres">
      <dgm:prSet presAssocID="{98F7C9D0-7254-4484-958B-4013316E3526}" presName="spacer" presStyleCnt="0"/>
      <dgm:spPr/>
    </dgm:pt>
    <dgm:pt modelId="{22498402-F7EB-49DD-B21A-860CC506FF10}" type="pres">
      <dgm:prSet presAssocID="{98DD6B9B-A2DA-48E6-BEAD-706CEE4AA0CE}" presName="parentText" presStyleLbl="node1" presStyleIdx="6" presStyleCnt="14">
        <dgm:presLayoutVars>
          <dgm:chMax val="0"/>
          <dgm:bulletEnabled val="1"/>
        </dgm:presLayoutVars>
      </dgm:prSet>
      <dgm:spPr/>
    </dgm:pt>
    <dgm:pt modelId="{B73DBDE3-E125-4490-A6DC-0CCB99CC4581}" type="pres">
      <dgm:prSet presAssocID="{439529F0-1EC2-4FD1-BA14-293CBAC0CB22}" presName="spacer" presStyleCnt="0"/>
      <dgm:spPr/>
    </dgm:pt>
    <dgm:pt modelId="{F9F3CB2A-EBF7-417A-B2FC-7B9D0B217F69}" type="pres">
      <dgm:prSet presAssocID="{4C9B8D7F-604A-4AE9-83EA-2720153A9416}" presName="parentText" presStyleLbl="node1" presStyleIdx="7" presStyleCnt="14">
        <dgm:presLayoutVars>
          <dgm:chMax val="0"/>
          <dgm:bulletEnabled val="1"/>
        </dgm:presLayoutVars>
      </dgm:prSet>
      <dgm:spPr/>
    </dgm:pt>
    <dgm:pt modelId="{761BB1F3-351A-4DD1-99DB-906C1DE81AF8}" type="pres">
      <dgm:prSet presAssocID="{CFCAD4F2-0CA3-46C8-84A9-CABD7E2ECE6E}" presName="spacer" presStyleCnt="0"/>
      <dgm:spPr/>
    </dgm:pt>
    <dgm:pt modelId="{57635F89-D453-44C4-98CD-4BC615234624}" type="pres">
      <dgm:prSet presAssocID="{9A5E2B56-7F0C-4455-A3DA-98462CED6CFC}" presName="parentText" presStyleLbl="node1" presStyleIdx="8" presStyleCnt="14">
        <dgm:presLayoutVars>
          <dgm:chMax val="0"/>
          <dgm:bulletEnabled val="1"/>
        </dgm:presLayoutVars>
      </dgm:prSet>
      <dgm:spPr/>
    </dgm:pt>
    <dgm:pt modelId="{E5E0D6E1-4B63-4375-8486-31D0B97702D7}" type="pres">
      <dgm:prSet presAssocID="{088543E1-60D5-426D-B9DA-6ECB72844CC7}" presName="spacer" presStyleCnt="0"/>
      <dgm:spPr/>
    </dgm:pt>
    <dgm:pt modelId="{6E90B3ED-25F6-48D5-A84F-18706E5CDF6A}" type="pres">
      <dgm:prSet presAssocID="{8FC393DA-627D-4564-AFFF-A0257D21C4B6}" presName="parentText" presStyleLbl="node1" presStyleIdx="9" presStyleCnt="14">
        <dgm:presLayoutVars>
          <dgm:chMax val="0"/>
          <dgm:bulletEnabled val="1"/>
        </dgm:presLayoutVars>
      </dgm:prSet>
      <dgm:spPr/>
    </dgm:pt>
    <dgm:pt modelId="{A869D873-3CFA-48FB-BA5D-D9A055B8E283}" type="pres">
      <dgm:prSet presAssocID="{B3F99695-417D-4119-98E2-F8D7CD5E1C12}" presName="spacer" presStyleCnt="0"/>
      <dgm:spPr/>
    </dgm:pt>
    <dgm:pt modelId="{8367864F-B1EE-4443-B20E-3CDC28B5DC18}" type="pres">
      <dgm:prSet presAssocID="{8E58B200-385C-4992-98A8-6160109FCD9D}" presName="parentText" presStyleLbl="node1" presStyleIdx="10" presStyleCnt="14">
        <dgm:presLayoutVars>
          <dgm:chMax val="0"/>
          <dgm:bulletEnabled val="1"/>
        </dgm:presLayoutVars>
      </dgm:prSet>
      <dgm:spPr/>
    </dgm:pt>
    <dgm:pt modelId="{7C263440-5ACA-4F93-B9D9-80A73F3D5DE3}" type="pres">
      <dgm:prSet presAssocID="{4AB7FF6F-D4AE-4D06-8AFB-BDF7640908BA}" presName="spacer" presStyleCnt="0"/>
      <dgm:spPr/>
    </dgm:pt>
    <dgm:pt modelId="{5C82E457-5C98-4F29-AA30-CEFDCE6B99E7}" type="pres">
      <dgm:prSet presAssocID="{6243853D-C62B-48ED-B182-82A64C2E7C4D}" presName="parentText" presStyleLbl="node1" presStyleIdx="11" presStyleCnt="14">
        <dgm:presLayoutVars>
          <dgm:chMax val="0"/>
          <dgm:bulletEnabled val="1"/>
        </dgm:presLayoutVars>
      </dgm:prSet>
      <dgm:spPr/>
    </dgm:pt>
    <dgm:pt modelId="{09C22268-D2E0-428A-883D-A5E6681F74AA}" type="pres">
      <dgm:prSet presAssocID="{BFBEA9AF-F34C-4690-949C-5841295F7F97}" presName="spacer" presStyleCnt="0"/>
      <dgm:spPr/>
    </dgm:pt>
    <dgm:pt modelId="{DA4F9C2B-80D4-4A94-8B48-74DEF1D5B463}" type="pres">
      <dgm:prSet presAssocID="{961841D4-2518-4E13-BF84-618D6F42CE1D}" presName="parentText" presStyleLbl="node1" presStyleIdx="12" presStyleCnt="14">
        <dgm:presLayoutVars>
          <dgm:chMax val="0"/>
          <dgm:bulletEnabled val="1"/>
        </dgm:presLayoutVars>
      </dgm:prSet>
      <dgm:spPr/>
    </dgm:pt>
    <dgm:pt modelId="{19DE3ADF-CF36-4764-87FE-C813FA433533}" type="pres">
      <dgm:prSet presAssocID="{4B115C57-6561-4446-B02B-8788EB28D1B3}" presName="spacer" presStyleCnt="0"/>
      <dgm:spPr/>
    </dgm:pt>
    <dgm:pt modelId="{A5C38D92-FA53-4BA6-B532-31F36F0AD8F4}" type="pres">
      <dgm:prSet presAssocID="{A3ECD16A-CB12-432E-9838-AC5778BA2721}" presName="parentText" presStyleLbl="node1" presStyleIdx="13" presStyleCnt="14">
        <dgm:presLayoutVars>
          <dgm:chMax val="0"/>
          <dgm:bulletEnabled val="1"/>
        </dgm:presLayoutVars>
      </dgm:prSet>
      <dgm:spPr/>
    </dgm:pt>
  </dgm:ptLst>
  <dgm:cxnLst>
    <dgm:cxn modelId="{37CCC403-9ACB-4411-B392-7794CFEBB387}" srcId="{EBAC0CD3-9B6B-46CE-8D1D-A22085E15E54}" destId="{D648C152-40EA-4C9A-9A43-1E7A0748C010}" srcOrd="4" destOrd="0" parTransId="{5DF58DA2-ECB9-4340-A963-F8089D6957DE}" sibTransId="{AA103A0C-41DF-4C16-837D-D31C7DAE34F2}"/>
    <dgm:cxn modelId="{32407519-5200-416E-97CE-DC6A5DC0B8B3}" srcId="{EBAC0CD3-9B6B-46CE-8D1D-A22085E15E54}" destId="{69B01D13-24D5-4427-BBE1-D4CEBCE430D2}" srcOrd="2" destOrd="0" parTransId="{32BE8C41-35C5-4FB0-AF2A-C7A63644D817}" sibTransId="{FB8C2FB8-1515-4A4C-8AFC-5DACCA1AB279}"/>
    <dgm:cxn modelId="{81F66221-E947-4D43-BC0C-F7F98BCA66CF}" type="presOf" srcId="{EBAC0CD3-9B6B-46CE-8D1D-A22085E15E54}" destId="{C36997E9-68F5-4E7F-9644-CADCC6D66788}" srcOrd="0" destOrd="0" presId="urn:microsoft.com/office/officeart/2005/8/layout/vList2"/>
    <dgm:cxn modelId="{9F1DB422-5209-4042-949C-AF15CE192BAE}" srcId="{EBAC0CD3-9B6B-46CE-8D1D-A22085E15E54}" destId="{A3ECD16A-CB12-432E-9838-AC5778BA2721}" srcOrd="13" destOrd="0" parTransId="{39F07588-63AB-4C92-BEDF-05FE8EC9EBAE}" sibTransId="{91CA0DB8-02C6-40EA-A654-C99F8F7B5930}"/>
    <dgm:cxn modelId="{CFCAC625-B55B-48FE-805E-FDBF3BF84376}" type="presOf" srcId="{3B6DF772-15D0-41BC-8F4B-20E6FB84F49E}" destId="{E9EF5F31-18DC-4746-837E-4B8C661EEC6A}" srcOrd="0" destOrd="0" presId="urn:microsoft.com/office/officeart/2005/8/layout/vList2"/>
    <dgm:cxn modelId="{3EB8CA2F-BE48-46BA-B3C7-2E30FAAF7621}" type="presOf" srcId="{98DD6B9B-A2DA-48E6-BEAD-706CEE4AA0CE}" destId="{22498402-F7EB-49DD-B21A-860CC506FF10}" srcOrd="0" destOrd="0" presId="urn:microsoft.com/office/officeart/2005/8/layout/vList2"/>
    <dgm:cxn modelId="{9FE53B31-BFFE-48CC-AFDB-50733DE17470}" srcId="{EBAC0CD3-9B6B-46CE-8D1D-A22085E15E54}" destId="{8C56BDA1-DEC0-4B28-ADE1-B98737638A0C}" srcOrd="5" destOrd="0" parTransId="{E12077E4-EBAE-41BA-9AA6-F1D07E7009E6}" sibTransId="{98F7C9D0-7254-4484-958B-4013316E3526}"/>
    <dgm:cxn modelId="{B33ABA32-77F7-4770-AD49-51CCB5F24DF0}" type="presOf" srcId="{8E58B200-385C-4992-98A8-6160109FCD9D}" destId="{8367864F-B1EE-4443-B20E-3CDC28B5DC18}" srcOrd="0" destOrd="0" presId="urn:microsoft.com/office/officeart/2005/8/layout/vList2"/>
    <dgm:cxn modelId="{F5FB2634-C08C-4418-AECF-6B39FD3E8299}" srcId="{EBAC0CD3-9B6B-46CE-8D1D-A22085E15E54}" destId="{6243853D-C62B-48ED-B182-82A64C2E7C4D}" srcOrd="11" destOrd="0" parTransId="{B18C9381-E8B3-4634-A890-9564DB732295}" sibTransId="{BFBEA9AF-F34C-4690-949C-5841295F7F97}"/>
    <dgm:cxn modelId="{42BF563D-20C9-48F8-99D5-375815DBD96C}" srcId="{EBAC0CD3-9B6B-46CE-8D1D-A22085E15E54}" destId="{98DD6B9B-A2DA-48E6-BEAD-706CEE4AA0CE}" srcOrd="6" destOrd="0" parTransId="{6716BE37-4A40-4CEC-9D46-AF31BE698EB5}" sibTransId="{439529F0-1EC2-4FD1-BA14-293CBAC0CB22}"/>
    <dgm:cxn modelId="{390B9D3E-249F-4E21-A168-E8507637A602}" type="presOf" srcId="{19216F65-A502-408F-BE2E-C9D9EF7FBEF0}" destId="{925FEE82-EEEA-4953-91FC-D7F884642157}" srcOrd="0" destOrd="0" presId="urn:microsoft.com/office/officeart/2005/8/layout/vList2"/>
    <dgm:cxn modelId="{0C4D365F-F954-40C3-A5AA-FA03D1E08BA4}" type="presOf" srcId="{961841D4-2518-4E13-BF84-618D6F42CE1D}" destId="{DA4F9C2B-80D4-4A94-8B48-74DEF1D5B463}" srcOrd="0" destOrd="0" presId="urn:microsoft.com/office/officeart/2005/8/layout/vList2"/>
    <dgm:cxn modelId="{26912860-08FD-415A-98FE-1257B46BE1A2}" srcId="{EBAC0CD3-9B6B-46CE-8D1D-A22085E15E54}" destId="{9A5E2B56-7F0C-4455-A3DA-98462CED6CFC}" srcOrd="8" destOrd="0" parTransId="{4E4D6619-EC7A-4577-846B-EB4316A7877B}" sibTransId="{088543E1-60D5-426D-B9DA-6ECB72844CC7}"/>
    <dgm:cxn modelId="{94E4854A-2A08-40BC-BE2F-8FB9919A7288}" type="presOf" srcId="{4C9B8D7F-604A-4AE9-83EA-2720153A9416}" destId="{F9F3CB2A-EBF7-417A-B2FC-7B9D0B217F69}" srcOrd="0" destOrd="0" presId="urn:microsoft.com/office/officeart/2005/8/layout/vList2"/>
    <dgm:cxn modelId="{9594346D-94FC-45D8-894D-BDBF4FE0E472}" srcId="{EBAC0CD3-9B6B-46CE-8D1D-A22085E15E54}" destId="{8FC393DA-627D-4564-AFFF-A0257D21C4B6}" srcOrd="9" destOrd="0" parTransId="{F3BD0D71-91AD-4749-9559-AAF2F71E9651}" sibTransId="{B3F99695-417D-4119-98E2-F8D7CD5E1C12}"/>
    <dgm:cxn modelId="{BC1B5597-A7FC-47DD-9EAB-5EC2EA349967}" srcId="{EBAC0CD3-9B6B-46CE-8D1D-A22085E15E54}" destId="{961841D4-2518-4E13-BF84-618D6F42CE1D}" srcOrd="12" destOrd="0" parTransId="{F0A3FF1A-556E-4BB2-BF3B-65968970DD50}" sibTransId="{4B115C57-6561-4446-B02B-8788EB28D1B3}"/>
    <dgm:cxn modelId="{8B23B99E-BE6E-41A4-994C-2AD32D51334A}" type="presOf" srcId="{8C56BDA1-DEC0-4B28-ADE1-B98737638A0C}" destId="{F08F7699-8621-4EE5-8068-A0E5F1B66AB3}" srcOrd="0" destOrd="0" presId="urn:microsoft.com/office/officeart/2005/8/layout/vList2"/>
    <dgm:cxn modelId="{963C30A8-3516-4007-8EE7-9849200F41AA}" type="presOf" srcId="{A3ECD16A-CB12-432E-9838-AC5778BA2721}" destId="{A5C38D92-FA53-4BA6-B532-31F36F0AD8F4}" srcOrd="0" destOrd="0" presId="urn:microsoft.com/office/officeart/2005/8/layout/vList2"/>
    <dgm:cxn modelId="{1DAFB1A9-5ECB-4F58-AA6F-2243F65F15E2}" type="presOf" srcId="{9A5E2B56-7F0C-4455-A3DA-98462CED6CFC}" destId="{57635F89-D453-44C4-98CD-4BC615234624}" srcOrd="0" destOrd="0" presId="urn:microsoft.com/office/officeart/2005/8/layout/vList2"/>
    <dgm:cxn modelId="{09B7D4AD-C00D-4C59-851F-B7E6E8FE8D2B}" srcId="{EBAC0CD3-9B6B-46CE-8D1D-A22085E15E54}" destId="{8E58B200-385C-4992-98A8-6160109FCD9D}" srcOrd="10" destOrd="0" parTransId="{8A20676D-26BA-4F28-8AF7-1752C020E5FF}" sibTransId="{4AB7FF6F-D4AE-4D06-8AFB-BDF7640908BA}"/>
    <dgm:cxn modelId="{56E96FB1-6032-40DF-9B30-9C7644B23BAB}" srcId="{EBAC0CD3-9B6B-46CE-8D1D-A22085E15E54}" destId="{4C9B8D7F-604A-4AE9-83EA-2720153A9416}" srcOrd="7" destOrd="0" parTransId="{F0BBC2C3-97BD-484B-B0AD-837256B78C9F}" sibTransId="{CFCAD4F2-0CA3-46C8-84A9-CABD7E2ECE6E}"/>
    <dgm:cxn modelId="{AB8622B7-0CB5-4675-BD24-2998D5B4C174}" type="presOf" srcId="{8FC393DA-627D-4564-AFFF-A0257D21C4B6}" destId="{6E90B3ED-25F6-48D5-A84F-18706E5CDF6A}" srcOrd="0" destOrd="0" presId="urn:microsoft.com/office/officeart/2005/8/layout/vList2"/>
    <dgm:cxn modelId="{6BF653BB-8DC7-4EAC-8164-6F656A6E4FB8}" type="presOf" srcId="{D648C152-40EA-4C9A-9A43-1E7A0748C010}" destId="{AE14E3FF-0025-4617-8846-768B722F7CBC}" srcOrd="0" destOrd="0" presId="urn:microsoft.com/office/officeart/2005/8/layout/vList2"/>
    <dgm:cxn modelId="{C9F7BAC7-FD55-4A13-B5A7-420AB9599874}" type="presOf" srcId="{69B01D13-24D5-4427-BBE1-D4CEBCE430D2}" destId="{97EC61FC-C7E3-4A1D-9CB4-400984034CA7}" srcOrd="0" destOrd="0" presId="urn:microsoft.com/office/officeart/2005/8/layout/vList2"/>
    <dgm:cxn modelId="{4473C0CA-7AB6-44AE-8AAE-A98D81A60A79}" type="presOf" srcId="{D3343A7A-F840-4154-81BE-2EA49476DFAD}" destId="{345D873F-583C-4E2F-8743-DD1E9A30FE02}" srcOrd="0" destOrd="0" presId="urn:microsoft.com/office/officeart/2005/8/layout/vList2"/>
    <dgm:cxn modelId="{00B024CC-F925-4664-B580-D74B12D376B9}" srcId="{EBAC0CD3-9B6B-46CE-8D1D-A22085E15E54}" destId="{3B6DF772-15D0-41BC-8F4B-20E6FB84F49E}" srcOrd="0" destOrd="0" parTransId="{8E59ED83-7841-4C43-8992-89BC96454013}" sibTransId="{09A7E407-5A52-4969-AE8F-C037C73EC1E4}"/>
    <dgm:cxn modelId="{77FA57EF-26C4-4E31-B96F-451C8DC0A3A6}" type="presOf" srcId="{6243853D-C62B-48ED-B182-82A64C2E7C4D}" destId="{5C82E457-5C98-4F29-AA30-CEFDCE6B99E7}" srcOrd="0" destOrd="0" presId="urn:microsoft.com/office/officeart/2005/8/layout/vList2"/>
    <dgm:cxn modelId="{D5FE15FC-99EE-4D91-8D8D-81F9EECE1516}" srcId="{EBAC0CD3-9B6B-46CE-8D1D-A22085E15E54}" destId="{D3343A7A-F840-4154-81BE-2EA49476DFAD}" srcOrd="3" destOrd="0" parTransId="{3721D3B2-AF31-4973-8BEA-C441FCAC884B}" sibTransId="{8C14B9C7-E5CB-4878-9031-845559B9C384}"/>
    <dgm:cxn modelId="{6D570AFE-BC91-4376-AC6F-1BAE44840E34}" srcId="{EBAC0CD3-9B6B-46CE-8D1D-A22085E15E54}" destId="{19216F65-A502-408F-BE2E-C9D9EF7FBEF0}" srcOrd="1" destOrd="0" parTransId="{CBD14BFC-82B3-4A72-967A-EE90FE62E82E}" sibTransId="{895ADFC1-20BD-4540-8AD6-2DF12D558040}"/>
    <dgm:cxn modelId="{ADC2A0C4-3E6C-42A7-AB6C-8D4CA0C46FCC}" type="presParOf" srcId="{C36997E9-68F5-4E7F-9644-CADCC6D66788}" destId="{E9EF5F31-18DC-4746-837E-4B8C661EEC6A}" srcOrd="0" destOrd="0" presId="urn:microsoft.com/office/officeart/2005/8/layout/vList2"/>
    <dgm:cxn modelId="{5D96285E-FD69-47B5-A87C-8804080241D9}" type="presParOf" srcId="{C36997E9-68F5-4E7F-9644-CADCC6D66788}" destId="{79599E68-C139-455D-BBCC-9DDF85FBC77E}" srcOrd="1" destOrd="0" presId="urn:microsoft.com/office/officeart/2005/8/layout/vList2"/>
    <dgm:cxn modelId="{11801F53-56C1-4AE2-A548-29294ECC9F80}" type="presParOf" srcId="{C36997E9-68F5-4E7F-9644-CADCC6D66788}" destId="{925FEE82-EEEA-4953-91FC-D7F884642157}" srcOrd="2" destOrd="0" presId="urn:microsoft.com/office/officeart/2005/8/layout/vList2"/>
    <dgm:cxn modelId="{07BABF6E-4B43-413D-8079-2D222D3A9557}" type="presParOf" srcId="{C36997E9-68F5-4E7F-9644-CADCC6D66788}" destId="{3DA7B537-BB23-44E9-9033-C10F921F0382}" srcOrd="3" destOrd="0" presId="urn:microsoft.com/office/officeart/2005/8/layout/vList2"/>
    <dgm:cxn modelId="{A570AA04-AAE7-4BAB-8E8A-79912BD3D23A}" type="presParOf" srcId="{C36997E9-68F5-4E7F-9644-CADCC6D66788}" destId="{97EC61FC-C7E3-4A1D-9CB4-400984034CA7}" srcOrd="4" destOrd="0" presId="urn:microsoft.com/office/officeart/2005/8/layout/vList2"/>
    <dgm:cxn modelId="{5ABC3BF6-6DF0-4C62-B949-0A8E9B265AA0}" type="presParOf" srcId="{C36997E9-68F5-4E7F-9644-CADCC6D66788}" destId="{F52824A0-6569-421F-BB8A-E2AD80FCAEF2}" srcOrd="5" destOrd="0" presId="urn:microsoft.com/office/officeart/2005/8/layout/vList2"/>
    <dgm:cxn modelId="{AF9538F6-338A-453C-880B-A2214B876A18}" type="presParOf" srcId="{C36997E9-68F5-4E7F-9644-CADCC6D66788}" destId="{345D873F-583C-4E2F-8743-DD1E9A30FE02}" srcOrd="6" destOrd="0" presId="urn:microsoft.com/office/officeart/2005/8/layout/vList2"/>
    <dgm:cxn modelId="{D7BECE27-6748-43FE-9FB5-CED65959AF44}" type="presParOf" srcId="{C36997E9-68F5-4E7F-9644-CADCC6D66788}" destId="{500C2CDB-1A18-4F39-9268-8F4D9A354C0B}" srcOrd="7" destOrd="0" presId="urn:microsoft.com/office/officeart/2005/8/layout/vList2"/>
    <dgm:cxn modelId="{C7C4196A-A7A2-4EDE-9CB2-7DF08DA48858}" type="presParOf" srcId="{C36997E9-68F5-4E7F-9644-CADCC6D66788}" destId="{AE14E3FF-0025-4617-8846-768B722F7CBC}" srcOrd="8" destOrd="0" presId="urn:microsoft.com/office/officeart/2005/8/layout/vList2"/>
    <dgm:cxn modelId="{9BCC1146-E023-4D0D-B320-AE961AE38EA8}" type="presParOf" srcId="{C36997E9-68F5-4E7F-9644-CADCC6D66788}" destId="{CF4DE806-1105-4C04-9CBE-B9164B0B7B4C}" srcOrd="9" destOrd="0" presId="urn:microsoft.com/office/officeart/2005/8/layout/vList2"/>
    <dgm:cxn modelId="{0B273F42-CD51-4E17-B33C-0A0F21403BB3}" type="presParOf" srcId="{C36997E9-68F5-4E7F-9644-CADCC6D66788}" destId="{F08F7699-8621-4EE5-8068-A0E5F1B66AB3}" srcOrd="10" destOrd="0" presId="urn:microsoft.com/office/officeart/2005/8/layout/vList2"/>
    <dgm:cxn modelId="{84FFE7CA-2DD7-481C-BC2A-C510ED7D7A7F}" type="presParOf" srcId="{C36997E9-68F5-4E7F-9644-CADCC6D66788}" destId="{22C8ADFD-C2F8-43C3-87C8-6DC02539B4C2}" srcOrd="11" destOrd="0" presId="urn:microsoft.com/office/officeart/2005/8/layout/vList2"/>
    <dgm:cxn modelId="{40AD99A4-39BC-4B3E-9273-CD474EBDECCC}" type="presParOf" srcId="{C36997E9-68F5-4E7F-9644-CADCC6D66788}" destId="{22498402-F7EB-49DD-B21A-860CC506FF10}" srcOrd="12" destOrd="0" presId="urn:microsoft.com/office/officeart/2005/8/layout/vList2"/>
    <dgm:cxn modelId="{73915107-47F6-4917-8EE4-56EA1EDCEEB5}" type="presParOf" srcId="{C36997E9-68F5-4E7F-9644-CADCC6D66788}" destId="{B73DBDE3-E125-4490-A6DC-0CCB99CC4581}" srcOrd="13" destOrd="0" presId="urn:microsoft.com/office/officeart/2005/8/layout/vList2"/>
    <dgm:cxn modelId="{707439E2-3C2D-4B74-8186-C7D9DBA16BF5}" type="presParOf" srcId="{C36997E9-68F5-4E7F-9644-CADCC6D66788}" destId="{F9F3CB2A-EBF7-417A-B2FC-7B9D0B217F69}" srcOrd="14" destOrd="0" presId="urn:microsoft.com/office/officeart/2005/8/layout/vList2"/>
    <dgm:cxn modelId="{A6DE3DAE-EBCC-4A41-883D-C71D1621634A}" type="presParOf" srcId="{C36997E9-68F5-4E7F-9644-CADCC6D66788}" destId="{761BB1F3-351A-4DD1-99DB-906C1DE81AF8}" srcOrd="15" destOrd="0" presId="urn:microsoft.com/office/officeart/2005/8/layout/vList2"/>
    <dgm:cxn modelId="{BF6466F2-D668-4ECF-9332-7B3A5F8F559C}" type="presParOf" srcId="{C36997E9-68F5-4E7F-9644-CADCC6D66788}" destId="{57635F89-D453-44C4-98CD-4BC615234624}" srcOrd="16" destOrd="0" presId="urn:microsoft.com/office/officeart/2005/8/layout/vList2"/>
    <dgm:cxn modelId="{ED3919B9-176A-4AEB-A8B3-4C6F270DCEC2}" type="presParOf" srcId="{C36997E9-68F5-4E7F-9644-CADCC6D66788}" destId="{E5E0D6E1-4B63-4375-8486-31D0B97702D7}" srcOrd="17" destOrd="0" presId="urn:microsoft.com/office/officeart/2005/8/layout/vList2"/>
    <dgm:cxn modelId="{E4AED678-B1CE-4FC9-ADC1-76EB344B8713}" type="presParOf" srcId="{C36997E9-68F5-4E7F-9644-CADCC6D66788}" destId="{6E90B3ED-25F6-48D5-A84F-18706E5CDF6A}" srcOrd="18" destOrd="0" presId="urn:microsoft.com/office/officeart/2005/8/layout/vList2"/>
    <dgm:cxn modelId="{93E6C4B0-0F6D-485D-9441-F38D0021CDEF}" type="presParOf" srcId="{C36997E9-68F5-4E7F-9644-CADCC6D66788}" destId="{A869D873-3CFA-48FB-BA5D-D9A055B8E283}" srcOrd="19" destOrd="0" presId="urn:microsoft.com/office/officeart/2005/8/layout/vList2"/>
    <dgm:cxn modelId="{2F33908E-9888-4025-94B1-CEAC39910F6B}" type="presParOf" srcId="{C36997E9-68F5-4E7F-9644-CADCC6D66788}" destId="{8367864F-B1EE-4443-B20E-3CDC28B5DC18}" srcOrd="20" destOrd="0" presId="urn:microsoft.com/office/officeart/2005/8/layout/vList2"/>
    <dgm:cxn modelId="{6F11E675-CE40-4C79-82B5-8F55EF6F5C22}" type="presParOf" srcId="{C36997E9-68F5-4E7F-9644-CADCC6D66788}" destId="{7C263440-5ACA-4F93-B9D9-80A73F3D5DE3}" srcOrd="21" destOrd="0" presId="urn:microsoft.com/office/officeart/2005/8/layout/vList2"/>
    <dgm:cxn modelId="{5126E489-FF4B-4F8C-BF49-64E1673EEBA4}" type="presParOf" srcId="{C36997E9-68F5-4E7F-9644-CADCC6D66788}" destId="{5C82E457-5C98-4F29-AA30-CEFDCE6B99E7}" srcOrd="22" destOrd="0" presId="urn:microsoft.com/office/officeart/2005/8/layout/vList2"/>
    <dgm:cxn modelId="{D49ABF79-9CCD-41AE-9E61-983D79A3D790}" type="presParOf" srcId="{C36997E9-68F5-4E7F-9644-CADCC6D66788}" destId="{09C22268-D2E0-428A-883D-A5E6681F74AA}" srcOrd="23" destOrd="0" presId="urn:microsoft.com/office/officeart/2005/8/layout/vList2"/>
    <dgm:cxn modelId="{C8637854-6E92-42D0-9125-8244B1BB85A4}" type="presParOf" srcId="{C36997E9-68F5-4E7F-9644-CADCC6D66788}" destId="{DA4F9C2B-80D4-4A94-8B48-74DEF1D5B463}" srcOrd="24" destOrd="0" presId="urn:microsoft.com/office/officeart/2005/8/layout/vList2"/>
    <dgm:cxn modelId="{09D3FA8A-E5E0-4B82-B947-9C7F32EF3243}" type="presParOf" srcId="{C36997E9-68F5-4E7F-9644-CADCC6D66788}" destId="{19DE3ADF-CF36-4764-87FE-C813FA433533}" srcOrd="25" destOrd="0" presId="urn:microsoft.com/office/officeart/2005/8/layout/vList2"/>
    <dgm:cxn modelId="{3358DFED-E8AC-4CB0-A785-96A7B9EE2218}" type="presParOf" srcId="{C36997E9-68F5-4E7F-9644-CADCC6D66788}" destId="{A5C38D92-FA53-4BA6-B532-31F36F0AD8F4}" srcOrd="2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28C6AC-C9DB-4BF2-B783-DE7626E42F7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1C5F15-23AB-4AAC-BA06-8459E5763397}">
      <dgm:prSet/>
      <dgm:spPr/>
      <dgm:t>
        <a:bodyPr/>
        <a:lstStyle/>
        <a:p>
          <a:r>
            <a:rPr lang="en-US"/>
            <a:t>Designed and implemented a full‑stack D&amp;D character creation system using Spring Boot, MySQL, and Thymeleaf</a:t>
          </a:r>
        </a:p>
      </dgm:t>
    </dgm:pt>
    <dgm:pt modelId="{A205C632-392C-4373-AEB2-3E77ED36E118}" type="parTrans" cxnId="{2A195036-ED84-433E-A091-EF8E410B7056}">
      <dgm:prSet/>
      <dgm:spPr/>
      <dgm:t>
        <a:bodyPr/>
        <a:lstStyle/>
        <a:p>
          <a:endParaRPr lang="en-US"/>
        </a:p>
      </dgm:t>
    </dgm:pt>
    <dgm:pt modelId="{7C76A5AA-1DB8-42A2-A6FB-076B9D896223}" type="sibTrans" cxnId="{2A195036-ED84-433E-A091-EF8E410B7056}">
      <dgm:prSet/>
      <dgm:spPr/>
      <dgm:t>
        <a:bodyPr/>
        <a:lstStyle/>
        <a:p>
          <a:endParaRPr lang="en-US"/>
        </a:p>
      </dgm:t>
    </dgm:pt>
    <dgm:pt modelId="{624F41E7-0F6F-42E4-A307-4F060BBAC34A}">
      <dgm:prSet/>
      <dgm:spPr/>
      <dgm:t>
        <a:bodyPr/>
        <a:lstStyle/>
        <a:p>
          <a:r>
            <a:rPr lang="en-US"/>
            <a:t>Gained hands‑on experience with database modeling, entity relationships, backend–frontend integration, and real‑world debugging</a:t>
          </a:r>
        </a:p>
      </dgm:t>
    </dgm:pt>
    <dgm:pt modelId="{5DE8F71F-C4DC-46A8-836E-BCAFF7FEBF71}" type="parTrans" cxnId="{CD7320C7-C3E5-4BBB-A596-8EB9D823AE9D}">
      <dgm:prSet/>
      <dgm:spPr/>
      <dgm:t>
        <a:bodyPr/>
        <a:lstStyle/>
        <a:p>
          <a:endParaRPr lang="en-US"/>
        </a:p>
      </dgm:t>
    </dgm:pt>
    <dgm:pt modelId="{57FAB9FF-774A-424E-8E7B-9AE115070EFD}" type="sibTrans" cxnId="{CD7320C7-C3E5-4BBB-A596-8EB9D823AE9D}">
      <dgm:prSet/>
      <dgm:spPr/>
      <dgm:t>
        <a:bodyPr/>
        <a:lstStyle/>
        <a:p>
          <a:endParaRPr lang="en-US"/>
        </a:p>
      </dgm:t>
    </dgm:pt>
    <dgm:pt modelId="{2230C502-C973-4940-8800-90B0780CC8E5}">
      <dgm:prSet/>
      <dgm:spPr/>
      <dgm:t>
        <a:bodyPr/>
        <a:lstStyle/>
        <a:p>
          <a:r>
            <a:rPr lang="en-US"/>
            <a:t>If starting over, we would plan the architecture earlier—especially authentication, UI structure, and database normalization</a:t>
          </a:r>
        </a:p>
      </dgm:t>
    </dgm:pt>
    <dgm:pt modelId="{60A61D15-AC15-42C3-ABFE-12977356E044}" type="parTrans" cxnId="{019042B0-C4D6-42AB-AFBB-6C96CD553998}">
      <dgm:prSet/>
      <dgm:spPr/>
      <dgm:t>
        <a:bodyPr/>
        <a:lstStyle/>
        <a:p>
          <a:endParaRPr lang="en-US"/>
        </a:p>
      </dgm:t>
    </dgm:pt>
    <dgm:pt modelId="{F36CDD01-0EDA-45DE-96A7-D528DA15977C}" type="sibTrans" cxnId="{019042B0-C4D6-42AB-AFBB-6C96CD553998}">
      <dgm:prSet/>
      <dgm:spPr/>
      <dgm:t>
        <a:bodyPr/>
        <a:lstStyle/>
        <a:p>
          <a:endParaRPr lang="en-US"/>
        </a:p>
      </dgm:t>
    </dgm:pt>
    <dgm:pt modelId="{42BE7B83-B392-476A-B172-D05E09197B66}">
      <dgm:prSet/>
      <dgm:spPr/>
      <dgm:t>
        <a:bodyPr/>
        <a:lstStyle/>
        <a:p>
          <a:r>
            <a:rPr lang="en-US"/>
            <a:t>We would also introduce automated testing and containerized deployment sooner to improve scalability and maintainability</a:t>
          </a:r>
        </a:p>
      </dgm:t>
    </dgm:pt>
    <dgm:pt modelId="{615ACF70-0344-430B-B8CF-97DFCC5DA0A1}" type="parTrans" cxnId="{9152BA31-ABD2-4FBC-BA29-D813B03F2A4B}">
      <dgm:prSet/>
      <dgm:spPr/>
      <dgm:t>
        <a:bodyPr/>
        <a:lstStyle/>
        <a:p>
          <a:endParaRPr lang="en-US"/>
        </a:p>
      </dgm:t>
    </dgm:pt>
    <dgm:pt modelId="{A5A48743-BE7F-449D-9133-5654DB206FCD}" type="sibTrans" cxnId="{9152BA31-ABD2-4FBC-BA29-D813B03F2A4B}">
      <dgm:prSet/>
      <dgm:spPr/>
      <dgm:t>
        <a:bodyPr/>
        <a:lstStyle/>
        <a:p>
          <a:endParaRPr lang="en-US"/>
        </a:p>
      </dgm:t>
    </dgm:pt>
    <dgm:pt modelId="{F1B7262A-7E1A-4473-B4F5-D6F7A4BA3860}" type="pres">
      <dgm:prSet presAssocID="{0428C6AC-C9DB-4BF2-B783-DE7626E42F7A}" presName="linear" presStyleCnt="0">
        <dgm:presLayoutVars>
          <dgm:animLvl val="lvl"/>
          <dgm:resizeHandles val="exact"/>
        </dgm:presLayoutVars>
      </dgm:prSet>
      <dgm:spPr/>
    </dgm:pt>
    <dgm:pt modelId="{C1F2EF04-8E06-4462-8526-B3AF191D4B1F}" type="pres">
      <dgm:prSet presAssocID="{251C5F15-23AB-4AAC-BA06-8459E576339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2D8728-27EA-429B-A3DA-225983A7C83B}" type="pres">
      <dgm:prSet presAssocID="{7C76A5AA-1DB8-42A2-A6FB-076B9D896223}" presName="spacer" presStyleCnt="0"/>
      <dgm:spPr/>
    </dgm:pt>
    <dgm:pt modelId="{BC6FE476-8DE6-4D0B-AFDA-6AFA501F57EA}" type="pres">
      <dgm:prSet presAssocID="{624F41E7-0F6F-42E4-A307-4F060BBAC3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8F432C-52ED-474D-AF61-CC766B055C6F}" type="pres">
      <dgm:prSet presAssocID="{57FAB9FF-774A-424E-8E7B-9AE115070EFD}" presName="spacer" presStyleCnt="0"/>
      <dgm:spPr/>
    </dgm:pt>
    <dgm:pt modelId="{9A3B6274-280D-44A7-95C7-4DA332FCFA73}" type="pres">
      <dgm:prSet presAssocID="{2230C502-C973-4940-8800-90B0780CC8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F22561F-A816-4600-80C2-495A5CD1BA50}" type="pres">
      <dgm:prSet presAssocID="{F36CDD01-0EDA-45DE-96A7-D528DA15977C}" presName="spacer" presStyleCnt="0"/>
      <dgm:spPr/>
    </dgm:pt>
    <dgm:pt modelId="{32EAC319-3287-40C8-B835-16AD2A170B25}" type="pres">
      <dgm:prSet presAssocID="{42BE7B83-B392-476A-B172-D05E09197B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C4A3702-4331-4606-A8D6-94F1220086AB}" type="presOf" srcId="{0428C6AC-C9DB-4BF2-B783-DE7626E42F7A}" destId="{F1B7262A-7E1A-4473-B4F5-D6F7A4BA3860}" srcOrd="0" destOrd="0" presId="urn:microsoft.com/office/officeart/2005/8/layout/vList2"/>
    <dgm:cxn modelId="{EC747D1F-D298-4FB9-ABED-3737883EECBD}" type="presOf" srcId="{624F41E7-0F6F-42E4-A307-4F060BBAC34A}" destId="{BC6FE476-8DE6-4D0B-AFDA-6AFA501F57EA}" srcOrd="0" destOrd="0" presId="urn:microsoft.com/office/officeart/2005/8/layout/vList2"/>
    <dgm:cxn modelId="{A9562B31-589D-463F-8512-83F729654D48}" type="presOf" srcId="{2230C502-C973-4940-8800-90B0780CC8E5}" destId="{9A3B6274-280D-44A7-95C7-4DA332FCFA73}" srcOrd="0" destOrd="0" presId="urn:microsoft.com/office/officeart/2005/8/layout/vList2"/>
    <dgm:cxn modelId="{9152BA31-ABD2-4FBC-BA29-D813B03F2A4B}" srcId="{0428C6AC-C9DB-4BF2-B783-DE7626E42F7A}" destId="{42BE7B83-B392-476A-B172-D05E09197B66}" srcOrd="3" destOrd="0" parTransId="{615ACF70-0344-430B-B8CF-97DFCC5DA0A1}" sibTransId="{A5A48743-BE7F-449D-9133-5654DB206FCD}"/>
    <dgm:cxn modelId="{E8F1ED32-CB40-49E3-BDA0-5692AE1EE1CD}" type="presOf" srcId="{251C5F15-23AB-4AAC-BA06-8459E5763397}" destId="{C1F2EF04-8E06-4462-8526-B3AF191D4B1F}" srcOrd="0" destOrd="0" presId="urn:microsoft.com/office/officeart/2005/8/layout/vList2"/>
    <dgm:cxn modelId="{2A195036-ED84-433E-A091-EF8E410B7056}" srcId="{0428C6AC-C9DB-4BF2-B783-DE7626E42F7A}" destId="{251C5F15-23AB-4AAC-BA06-8459E5763397}" srcOrd="0" destOrd="0" parTransId="{A205C632-392C-4373-AEB2-3E77ED36E118}" sibTransId="{7C76A5AA-1DB8-42A2-A6FB-076B9D896223}"/>
    <dgm:cxn modelId="{019042B0-C4D6-42AB-AFBB-6C96CD553998}" srcId="{0428C6AC-C9DB-4BF2-B783-DE7626E42F7A}" destId="{2230C502-C973-4940-8800-90B0780CC8E5}" srcOrd="2" destOrd="0" parTransId="{60A61D15-AC15-42C3-ABFE-12977356E044}" sibTransId="{F36CDD01-0EDA-45DE-96A7-D528DA15977C}"/>
    <dgm:cxn modelId="{6082B1B8-5E72-444F-943E-758BFE31424A}" type="presOf" srcId="{42BE7B83-B392-476A-B172-D05E09197B66}" destId="{32EAC319-3287-40C8-B835-16AD2A170B25}" srcOrd="0" destOrd="0" presId="urn:microsoft.com/office/officeart/2005/8/layout/vList2"/>
    <dgm:cxn modelId="{CD7320C7-C3E5-4BBB-A596-8EB9D823AE9D}" srcId="{0428C6AC-C9DB-4BF2-B783-DE7626E42F7A}" destId="{624F41E7-0F6F-42E4-A307-4F060BBAC34A}" srcOrd="1" destOrd="0" parTransId="{5DE8F71F-C4DC-46A8-836E-BCAFF7FEBF71}" sibTransId="{57FAB9FF-774A-424E-8E7B-9AE115070EFD}"/>
    <dgm:cxn modelId="{B3AF638A-BF27-4EA9-ABBE-86ECFDC893FD}" type="presParOf" srcId="{F1B7262A-7E1A-4473-B4F5-D6F7A4BA3860}" destId="{C1F2EF04-8E06-4462-8526-B3AF191D4B1F}" srcOrd="0" destOrd="0" presId="urn:microsoft.com/office/officeart/2005/8/layout/vList2"/>
    <dgm:cxn modelId="{0448F084-5792-4C8E-8A03-397E59AF0EB1}" type="presParOf" srcId="{F1B7262A-7E1A-4473-B4F5-D6F7A4BA3860}" destId="{4F2D8728-27EA-429B-A3DA-225983A7C83B}" srcOrd="1" destOrd="0" presId="urn:microsoft.com/office/officeart/2005/8/layout/vList2"/>
    <dgm:cxn modelId="{D4588471-97D6-483E-BDF4-A2F6F7170D8F}" type="presParOf" srcId="{F1B7262A-7E1A-4473-B4F5-D6F7A4BA3860}" destId="{BC6FE476-8DE6-4D0B-AFDA-6AFA501F57EA}" srcOrd="2" destOrd="0" presId="urn:microsoft.com/office/officeart/2005/8/layout/vList2"/>
    <dgm:cxn modelId="{4964F449-7297-4D61-8D27-738615FEB233}" type="presParOf" srcId="{F1B7262A-7E1A-4473-B4F5-D6F7A4BA3860}" destId="{B58F432C-52ED-474D-AF61-CC766B055C6F}" srcOrd="3" destOrd="0" presId="urn:microsoft.com/office/officeart/2005/8/layout/vList2"/>
    <dgm:cxn modelId="{B5087545-BB9F-492C-B3B8-626654E98DA3}" type="presParOf" srcId="{F1B7262A-7E1A-4473-B4F5-D6F7A4BA3860}" destId="{9A3B6274-280D-44A7-95C7-4DA332FCFA73}" srcOrd="4" destOrd="0" presId="urn:microsoft.com/office/officeart/2005/8/layout/vList2"/>
    <dgm:cxn modelId="{9390C41A-3FF0-4DA7-915D-1D4AEA69FF26}" type="presParOf" srcId="{F1B7262A-7E1A-4473-B4F5-D6F7A4BA3860}" destId="{4F22561F-A816-4600-80C2-495A5CD1BA50}" srcOrd="5" destOrd="0" presId="urn:microsoft.com/office/officeart/2005/8/layout/vList2"/>
    <dgm:cxn modelId="{C1FE54F1-B250-4C94-8CC8-FB49193FDA31}" type="presParOf" srcId="{F1B7262A-7E1A-4473-B4F5-D6F7A4BA3860}" destId="{32EAC319-3287-40C8-B835-16AD2A170B2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09DE9-7284-419F-BEC7-F200798A7B26}">
      <dsp:nvSpPr>
        <dsp:cNvPr id="0" name=""/>
        <dsp:cNvSpPr/>
      </dsp:nvSpPr>
      <dsp:spPr>
        <a:xfrm>
          <a:off x="0" y="2878"/>
          <a:ext cx="5157787" cy="613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81A083-F237-44EF-A8E4-2D75B46FC8F7}">
      <dsp:nvSpPr>
        <dsp:cNvPr id="0" name=""/>
        <dsp:cNvSpPr/>
      </dsp:nvSpPr>
      <dsp:spPr>
        <a:xfrm>
          <a:off x="185474" y="140834"/>
          <a:ext cx="337226" cy="337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65E55-CF31-4081-B04B-80F0CABF7031}">
      <dsp:nvSpPr>
        <dsp:cNvPr id="0" name=""/>
        <dsp:cNvSpPr/>
      </dsp:nvSpPr>
      <dsp:spPr>
        <a:xfrm>
          <a:off x="708174" y="2878"/>
          <a:ext cx="4449612" cy="61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0" tIns="64890" rIns="64890" bIns="6489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Create, customize, and manage D&amp;D characters</a:t>
          </a:r>
        </a:p>
      </dsp:txBody>
      <dsp:txXfrm>
        <a:off x="708174" y="2878"/>
        <a:ext cx="4449612" cy="613138"/>
      </dsp:txXfrm>
    </dsp:sp>
    <dsp:sp modelId="{D31C5E8F-98AB-4321-8060-209709B6796A}">
      <dsp:nvSpPr>
        <dsp:cNvPr id="0" name=""/>
        <dsp:cNvSpPr/>
      </dsp:nvSpPr>
      <dsp:spPr>
        <a:xfrm>
          <a:off x="0" y="769301"/>
          <a:ext cx="5157787" cy="613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29B4D-75A2-430C-AA24-804595CDD701}">
      <dsp:nvSpPr>
        <dsp:cNvPr id="0" name=""/>
        <dsp:cNvSpPr/>
      </dsp:nvSpPr>
      <dsp:spPr>
        <a:xfrm>
          <a:off x="185474" y="907257"/>
          <a:ext cx="337226" cy="337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D06FC-0357-4CFF-BB2F-3CA45D14B7B6}">
      <dsp:nvSpPr>
        <dsp:cNvPr id="0" name=""/>
        <dsp:cNvSpPr/>
      </dsp:nvSpPr>
      <dsp:spPr>
        <a:xfrm>
          <a:off x="708174" y="769301"/>
          <a:ext cx="4449612" cy="61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0" tIns="64890" rIns="64890" bIns="6489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Enter core attributes: name, level, ability scores, HP</a:t>
          </a:r>
        </a:p>
      </dsp:txBody>
      <dsp:txXfrm>
        <a:off x="708174" y="769301"/>
        <a:ext cx="4449612" cy="613138"/>
      </dsp:txXfrm>
    </dsp:sp>
    <dsp:sp modelId="{9D121152-8ECF-4137-A90F-4CB91F4345CA}">
      <dsp:nvSpPr>
        <dsp:cNvPr id="0" name=""/>
        <dsp:cNvSpPr/>
      </dsp:nvSpPr>
      <dsp:spPr>
        <a:xfrm>
          <a:off x="0" y="1535724"/>
          <a:ext cx="5157787" cy="613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7FF16-F3AE-4E98-A564-1339249184EE}">
      <dsp:nvSpPr>
        <dsp:cNvPr id="0" name=""/>
        <dsp:cNvSpPr/>
      </dsp:nvSpPr>
      <dsp:spPr>
        <a:xfrm>
          <a:off x="185474" y="1673680"/>
          <a:ext cx="337226" cy="337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ECFCF-F511-4CE9-B6CF-62D8BC000D37}">
      <dsp:nvSpPr>
        <dsp:cNvPr id="0" name=""/>
        <dsp:cNvSpPr/>
      </dsp:nvSpPr>
      <dsp:spPr>
        <a:xfrm>
          <a:off x="708174" y="1535724"/>
          <a:ext cx="4449612" cy="61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0" tIns="64890" rIns="64890" bIns="6489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Select primary class, species, and background (many‑to‑one relationships)</a:t>
          </a:r>
        </a:p>
      </dsp:txBody>
      <dsp:txXfrm>
        <a:off x="708174" y="1535724"/>
        <a:ext cx="4449612" cy="613138"/>
      </dsp:txXfrm>
    </dsp:sp>
    <dsp:sp modelId="{FB437ECF-4FAA-4188-971E-65B02A549694}">
      <dsp:nvSpPr>
        <dsp:cNvPr id="0" name=""/>
        <dsp:cNvSpPr/>
      </dsp:nvSpPr>
      <dsp:spPr>
        <a:xfrm>
          <a:off x="0" y="2302147"/>
          <a:ext cx="5157787" cy="613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E3F91-78C2-4830-B942-2965FF5C8397}">
      <dsp:nvSpPr>
        <dsp:cNvPr id="0" name=""/>
        <dsp:cNvSpPr/>
      </dsp:nvSpPr>
      <dsp:spPr>
        <a:xfrm>
          <a:off x="185474" y="2440104"/>
          <a:ext cx="337226" cy="337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D411C-C14C-4C33-9D31-2D61888FE203}">
      <dsp:nvSpPr>
        <dsp:cNvPr id="0" name=""/>
        <dsp:cNvSpPr/>
      </dsp:nvSpPr>
      <dsp:spPr>
        <a:xfrm>
          <a:off x="708174" y="2302147"/>
          <a:ext cx="4449612" cy="61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0" tIns="64890" rIns="64890" bIns="6489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feats, weapons, and spells (many‑to‑many relationships)</a:t>
          </a:r>
        </a:p>
      </dsp:txBody>
      <dsp:txXfrm>
        <a:off x="708174" y="2302147"/>
        <a:ext cx="4449612" cy="613138"/>
      </dsp:txXfrm>
    </dsp:sp>
    <dsp:sp modelId="{2F1FA83D-9AE6-4A47-B799-E756D87307A4}">
      <dsp:nvSpPr>
        <dsp:cNvPr id="0" name=""/>
        <dsp:cNvSpPr/>
      </dsp:nvSpPr>
      <dsp:spPr>
        <a:xfrm>
          <a:off x="0" y="3068570"/>
          <a:ext cx="5157787" cy="6131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960E5-AD6D-4C32-8DD1-B55443349DA8}">
      <dsp:nvSpPr>
        <dsp:cNvPr id="0" name=""/>
        <dsp:cNvSpPr/>
      </dsp:nvSpPr>
      <dsp:spPr>
        <a:xfrm>
          <a:off x="185474" y="3206527"/>
          <a:ext cx="337226" cy="337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42110-36C2-498C-A9E4-402D3695B300}">
      <dsp:nvSpPr>
        <dsp:cNvPr id="0" name=""/>
        <dsp:cNvSpPr/>
      </dsp:nvSpPr>
      <dsp:spPr>
        <a:xfrm>
          <a:off x="708174" y="3068570"/>
          <a:ext cx="4449612" cy="61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890" tIns="64890" rIns="64890" bIns="6489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View a complete, rule‑compliant character sheet</a:t>
          </a:r>
        </a:p>
      </dsp:txBody>
      <dsp:txXfrm>
        <a:off x="708174" y="3068570"/>
        <a:ext cx="4449612" cy="613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F5F31-18DC-4746-837E-4B8C661EEC6A}">
      <dsp:nvSpPr>
        <dsp:cNvPr id="0" name=""/>
        <dsp:cNvSpPr/>
      </dsp:nvSpPr>
      <dsp:spPr>
        <a:xfrm>
          <a:off x="0" y="7785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CharName, CharLevel, STR, CON, DEX, WIS, INT, CHA, MaxHP)</a:t>
          </a:r>
        </a:p>
      </dsp:txBody>
      <dsp:txXfrm>
        <a:off x="13193" y="91051"/>
        <a:ext cx="10489214" cy="243884"/>
      </dsp:txXfrm>
    </dsp:sp>
    <dsp:sp modelId="{925FEE82-EEEA-4953-91FC-D7F884642157}">
      <dsp:nvSpPr>
        <dsp:cNvPr id="0" name=""/>
        <dsp:cNvSpPr/>
      </dsp:nvSpPr>
      <dsp:spPr>
        <a:xfrm>
          <a:off x="0" y="37980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Classes</a:t>
          </a:r>
          <a:r>
            <a:rPr lang="en-US" sz="1100" kern="1200"/>
            <a:t> (</a:t>
          </a:r>
          <a:r>
            <a:rPr lang="en-US" sz="1100" u="sng" kern="1200"/>
            <a:t>ClassName</a:t>
          </a:r>
          <a:r>
            <a:rPr lang="en-US" sz="1100" kern="1200"/>
            <a:t>, Primary Stat1, Primary Stat 2, HitDie) </a:t>
          </a:r>
        </a:p>
      </dsp:txBody>
      <dsp:txXfrm>
        <a:off x="13193" y="393001"/>
        <a:ext cx="10489214" cy="243884"/>
      </dsp:txXfrm>
    </dsp:sp>
    <dsp:sp modelId="{97EC61FC-C7E3-4A1D-9CB4-400984034CA7}">
      <dsp:nvSpPr>
        <dsp:cNvPr id="0" name=""/>
        <dsp:cNvSpPr/>
      </dsp:nvSpPr>
      <dsp:spPr>
        <a:xfrm>
          <a:off x="0" y="68175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CharacterClasses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ClassName</a:t>
          </a:r>
          <a:r>
            <a:rPr lang="en-US" sz="1100" kern="1200"/>
            <a:t>) #CharId is FK references Character (CharID), ClassName is FK references Classes (ClassName)</a:t>
          </a:r>
        </a:p>
      </dsp:txBody>
      <dsp:txXfrm>
        <a:off x="13193" y="694951"/>
        <a:ext cx="10489214" cy="243884"/>
      </dsp:txXfrm>
    </dsp:sp>
    <dsp:sp modelId="{345D873F-583C-4E2F-8743-DD1E9A30FE02}">
      <dsp:nvSpPr>
        <dsp:cNvPr id="0" name=""/>
        <dsp:cNvSpPr/>
      </dsp:nvSpPr>
      <dsp:spPr>
        <a:xfrm>
          <a:off x="0" y="98370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Spells</a:t>
          </a:r>
          <a:r>
            <a:rPr lang="en-US" sz="1100" kern="1200"/>
            <a:t> (</a:t>
          </a:r>
          <a:r>
            <a:rPr lang="en-US" sz="1100" u="sng" kern="1200"/>
            <a:t>SpellName</a:t>
          </a:r>
          <a:r>
            <a:rPr lang="en-US" sz="1100" kern="1200"/>
            <a:t>, SpellLevel, CastingTime, School, Duration, Spellrange, Components, IsRitual) </a:t>
          </a:r>
        </a:p>
      </dsp:txBody>
      <dsp:txXfrm>
        <a:off x="13193" y="996901"/>
        <a:ext cx="10489214" cy="243884"/>
      </dsp:txXfrm>
    </dsp:sp>
    <dsp:sp modelId="{AE14E3FF-0025-4617-8846-768B722F7CBC}">
      <dsp:nvSpPr>
        <dsp:cNvPr id="0" name=""/>
        <dsp:cNvSpPr/>
      </dsp:nvSpPr>
      <dsp:spPr>
        <a:xfrm>
          <a:off x="0" y="128565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ClassSpells </a:t>
          </a:r>
          <a:r>
            <a:rPr lang="en-US" sz="1100" kern="1200"/>
            <a:t>(</a:t>
          </a:r>
          <a:r>
            <a:rPr lang="en-US" sz="1100" u="sng" kern="1200"/>
            <a:t>ClassName</a:t>
          </a:r>
          <a:r>
            <a:rPr lang="en-US" sz="1100" kern="1200"/>
            <a:t>, </a:t>
          </a:r>
          <a:r>
            <a:rPr lang="en-US" sz="1100" u="sng" kern="1200"/>
            <a:t>SpellName</a:t>
          </a:r>
          <a:r>
            <a:rPr lang="en-US" sz="1100" kern="1200"/>
            <a:t>) #ClassName is FK references Classes (ClassName),  SpellName is FK references Spells (SpellName) </a:t>
          </a:r>
        </a:p>
      </dsp:txBody>
      <dsp:txXfrm>
        <a:off x="13193" y="1298851"/>
        <a:ext cx="10489214" cy="243884"/>
      </dsp:txXfrm>
    </dsp:sp>
    <dsp:sp modelId="{F08F7699-8621-4EE5-8068-A0E5F1B66AB3}">
      <dsp:nvSpPr>
        <dsp:cNvPr id="0" name=""/>
        <dsp:cNvSpPr/>
      </dsp:nvSpPr>
      <dsp:spPr>
        <a:xfrm>
          <a:off x="0" y="1587608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CharacterSpellsPrepared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SpellName</a:t>
          </a:r>
          <a:r>
            <a:rPr lang="en-US" sz="1100" kern="1200"/>
            <a:t>) #CharId is FK references Character (CharID), SpellName is FK references Spells (SpellName)</a:t>
          </a:r>
        </a:p>
      </dsp:txBody>
      <dsp:txXfrm>
        <a:off x="13193" y="1600801"/>
        <a:ext cx="10489214" cy="243884"/>
      </dsp:txXfrm>
    </dsp:sp>
    <dsp:sp modelId="{22498402-F7EB-49DD-B21A-860CC506FF10}">
      <dsp:nvSpPr>
        <dsp:cNvPr id="0" name=""/>
        <dsp:cNvSpPr/>
      </dsp:nvSpPr>
      <dsp:spPr>
        <a:xfrm>
          <a:off x="0" y="188955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Weapons</a:t>
          </a:r>
          <a:r>
            <a:rPr lang="en-US" sz="1100" kern="1200"/>
            <a:t> ( </a:t>
          </a:r>
          <a:r>
            <a:rPr lang="en-US" sz="1100" u="sng" kern="1200"/>
            <a:t>WeaponName</a:t>
          </a:r>
          <a:r>
            <a:rPr lang="en-US" sz="1100" kern="1200"/>
            <a:t>, Range, DamageType, Properties, DamageDice) </a:t>
          </a:r>
        </a:p>
      </dsp:txBody>
      <dsp:txXfrm>
        <a:off x="13193" y="1902752"/>
        <a:ext cx="10489214" cy="243884"/>
      </dsp:txXfrm>
    </dsp:sp>
    <dsp:sp modelId="{F9F3CB2A-EBF7-417A-B2FC-7B9D0B217F69}">
      <dsp:nvSpPr>
        <dsp:cNvPr id="0" name=""/>
        <dsp:cNvSpPr/>
      </dsp:nvSpPr>
      <dsp:spPr>
        <a:xfrm>
          <a:off x="0" y="219150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CharacterWeapons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WeaponName</a:t>
          </a:r>
          <a:r>
            <a:rPr lang="en-US" sz="1100" kern="1200"/>
            <a:t>) #CharId is FK references Character (CharID), WeaponName is FK references Weapons (WeaponName) </a:t>
          </a:r>
        </a:p>
      </dsp:txBody>
      <dsp:txXfrm>
        <a:off x="13193" y="2204702"/>
        <a:ext cx="10489214" cy="243884"/>
      </dsp:txXfrm>
    </dsp:sp>
    <dsp:sp modelId="{57635F89-D453-44C4-98CD-4BC615234624}">
      <dsp:nvSpPr>
        <dsp:cNvPr id="0" name=""/>
        <dsp:cNvSpPr/>
      </dsp:nvSpPr>
      <dsp:spPr>
        <a:xfrm>
          <a:off x="0" y="249345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Backgrounds</a:t>
          </a:r>
          <a:r>
            <a:rPr lang="en-US" sz="1100" kern="1200"/>
            <a:t> (</a:t>
          </a:r>
          <a:r>
            <a:rPr lang="en-US" sz="1100" u="sng" kern="1200"/>
            <a:t>BackgroundName</a:t>
          </a:r>
          <a:r>
            <a:rPr lang="en-US" sz="1100" kern="1200"/>
            <a:t>, BackgroundProficiencies, Languages)</a:t>
          </a:r>
        </a:p>
      </dsp:txBody>
      <dsp:txXfrm>
        <a:off x="13193" y="2506652"/>
        <a:ext cx="10489214" cy="243884"/>
      </dsp:txXfrm>
    </dsp:sp>
    <dsp:sp modelId="{6E90B3ED-25F6-48D5-A84F-18706E5CDF6A}">
      <dsp:nvSpPr>
        <dsp:cNvPr id="0" name=""/>
        <dsp:cNvSpPr/>
      </dsp:nvSpPr>
      <dsp:spPr>
        <a:xfrm>
          <a:off x="0" y="279540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CharacterBackground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BackgroundName</a:t>
          </a:r>
          <a:r>
            <a:rPr lang="en-US" sz="1100" kern="1200"/>
            <a:t>) #CharId is FK references Character (CharID), BackgroundName is FK references Backgrounds (BackgroundName) </a:t>
          </a:r>
        </a:p>
      </dsp:txBody>
      <dsp:txXfrm>
        <a:off x="13193" y="2808602"/>
        <a:ext cx="10489214" cy="243884"/>
      </dsp:txXfrm>
    </dsp:sp>
    <dsp:sp modelId="{8367864F-B1EE-4443-B20E-3CDC28B5DC18}">
      <dsp:nvSpPr>
        <dsp:cNvPr id="0" name=""/>
        <dsp:cNvSpPr/>
      </dsp:nvSpPr>
      <dsp:spPr>
        <a:xfrm>
          <a:off x="0" y="309735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Feats</a:t>
          </a:r>
          <a:r>
            <a:rPr lang="en-US" sz="1100" kern="1200"/>
            <a:t> (</a:t>
          </a:r>
          <a:r>
            <a:rPr lang="en-US" sz="1100" u="sng" kern="1200"/>
            <a:t>FeatName</a:t>
          </a:r>
          <a:r>
            <a:rPr lang="en-US" sz="1100" kern="1200"/>
            <a:t>)</a:t>
          </a:r>
        </a:p>
      </dsp:txBody>
      <dsp:txXfrm>
        <a:off x="13193" y="3110552"/>
        <a:ext cx="10489214" cy="243884"/>
      </dsp:txXfrm>
    </dsp:sp>
    <dsp:sp modelId="{5C82E457-5C98-4F29-AA30-CEFDCE6B99E7}">
      <dsp:nvSpPr>
        <dsp:cNvPr id="0" name=""/>
        <dsp:cNvSpPr/>
      </dsp:nvSpPr>
      <dsp:spPr>
        <a:xfrm>
          <a:off x="0" y="339930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CharacterFeats </a:t>
          </a:r>
          <a:r>
            <a:rPr lang="en-US" sz="1100" kern="1200"/>
            <a:t>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FeatName</a:t>
          </a:r>
          <a:r>
            <a:rPr lang="en-US" sz="1100" kern="1200"/>
            <a:t>) #CharId is FK references Character (CharID), FeatName is FK references Feats (FeatName) </a:t>
          </a:r>
        </a:p>
      </dsp:txBody>
      <dsp:txXfrm>
        <a:off x="13193" y="3412502"/>
        <a:ext cx="10489214" cy="243884"/>
      </dsp:txXfrm>
    </dsp:sp>
    <dsp:sp modelId="{DA4F9C2B-80D4-4A94-8B48-74DEF1D5B463}">
      <dsp:nvSpPr>
        <dsp:cNvPr id="0" name=""/>
        <dsp:cNvSpPr/>
      </dsp:nvSpPr>
      <dsp:spPr>
        <a:xfrm>
          <a:off x="0" y="370125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Species</a:t>
          </a:r>
          <a:r>
            <a:rPr lang="en-US" sz="1100" kern="1200"/>
            <a:t> (</a:t>
          </a:r>
          <a:r>
            <a:rPr lang="en-US" sz="1100" u="sng" kern="1200"/>
            <a:t>SpeciesName</a:t>
          </a:r>
          <a:r>
            <a:rPr lang="en-US" sz="1100" kern="1200"/>
            <a:t>, CreatureType, Speed, SpeciesProficiencies) </a:t>
          </a:r>
        </a:p>
      </dsp:txBody>
      <dsp:txXfrm>
        <a:off x="13193" y="3714452"/>
        <a:ext cx="10489214" cy="243884"/>
      </dsp:txXfrm>
    </dsp:sp>
    <dsp:sp modelId="{A5C38D92-FA53-4BA6-B532-31F36F0AD8F4}">
      <dsp:nvSpPr>
        <dsp:cNvPr id="0" name=""/>
        <dsp:cNvSpPr/>
      </dsp:nvSpPr>
      <dsp:spPr>
        <a:xfrm>
          <a:off x="0" y="4003209"/>
          <a:ext cx="10515600" cy="270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CharacterSpecies</a:t>
          </a:r>
          <a:r>
            <a:rPr lang="en-US" sz="1100" kern="1200"/>
            <a:t> (</a:t>
          </a:r>
          <a:r>
            <a:rPr lang="en-US" sz="1100" u="sng" kern="1200"/>
            <a:t>CharID</a:t>
          </a:r>
          <a:r>
            <a:rPr lang="en-US" sz="1100" kern="1200"/>
            <a:t>, </a:t>
          </a:r>
          <a:r>
            <a:rPr lang="en-US" sz="1100" u="sng" kern="1200"/>
            <a:t>SpeciesName</a:t>
          </a:r>
          <a:r>
            <a:rPr lang="en-US" sz="1100" kern="1200"/>
            <a:t>) #CharId is FK references Character (harID), SpeciesName is FK references Species (SpeciesName)</a:t>
          </a:r>
        </a:p>
      </dsp:txBody>
      <dsp:txXfrm>
        <a:off x="13193" y="4016402"/>
        <a:ext cx="10489214" cy="243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2EF04-8E06-4462-8526-B3AF191D4B1F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Designed and implemented a full‑stack D&amp;D character creation system using Spring Boot, MySQL, and Thymeleaf</a:t>
          </a:r>
        </a:p>
      </dsp:txBody>
      <dsp:txXfrm>
        <a:off x="61741" y="159800"/>
        <a:ext cx="6543351" cy="1141288"/>
      </dsp:txXfrm>
    </dsp:sp>
    <dsp:sp modelId="{BC6FE476-8DE6-4D0B-AFDA-6AFA501F57EA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Gained hands‑on experience with database modeling, entity relationships, backend–frontend integration, and real‑world debugging</a:t>
          </a:r>
        </a:p>
      </dsp:txBody>
      <dsp:txXfrm>
        <a:off x="61741" y="1490810"/>
        <a:ext cx="6543351" cy="1141288"/>
      </dsp:txXfrm>
    </dsp:sp>
    <dsp:sp modelId="{9A3B6274-280D-44A7-95C7-4DA332FCFA73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If starting over, we would plan the architecture earlier—especially authentication, UI structure, and database normalization</a:t>
          </a:r>
        </a:p>
      </dsp:txBody>
      <dsp:txXfrm>
        <a:off x="61741" y="2821821"/>
        <a:ext cx="6543351" cy="1141288"/>
      </dsp:txXfrm>
    </dsp:sp>
    <dsp:sp modelId="{32EAC319-3287-40C8-B835-16AD2A170B25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would also introduce automated testing and containerized deployment sooner to improve scalability and maintainability</a:t>
          </a:r>
        </a:p>
      </dsp:txBody>
      <dsp:txXfrm>
        <a:off x="61741" y="4152831"/>
        <a:ext cx="6543351" cy="1141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Dungeons and Dragons Character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By: </a:t>
            </a:r>
          </a:p>
          <a:p>
            <a:pPr algn="l"/>
            <a:r>
              <a:rPr lang="en-US">
                <a:highlight>
                  <a:srgbClr val="FFFFFF"/>
                </a:highlight>
                <a:latin typeface="Aptos"/>
                <a:cs typeface="Times New Roman"/>
              </a:rPr>
              <a:t>Benjamin Costantino, Benjamin Hobbs, Thomas Mcfarling,</a:t>
            </a:r>
          </a:p>
          <a:p>
            <a:pPr algn="l"/>
            <a:r>
              <a:rPr lang="en-US">
                <a:highlight>
                  <a:srgbClr val="FFFFFF"/>
                </a:highlight>
                <a:latin typeface="Aptos"/>
                <a:cs typeface="Times New Roman"/>
              </a:rPr>
              <a:t> Austin Oldham, Christopher Sumruld, Zachary Vanloon, Braxton Vogel</a:t>
            </a:r>
            <a:endParaRPr lang="en-US">
              <a:highlight>
                <a:srgbClr val="606060"/>
              </a:highlight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69418-D95C-CD84-AF7B-AF07374B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2546A-D951-2D68-B9B6-FDBA94CB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Database‑driven application for creating and managing D&amp;D 5e characters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Stores structured data: attributes, class, subclass, background, features, spells, weapons, equipment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Users build complete, rule‑compliant character profiles through database‑linked selections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Provides quick access to key character details during gameplay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Improves organization and consistency compared to traditional paper character sheets</a:t>
            </a:r>
            <a:endParaRPr lang="en-US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6721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33CF2-FEEF-3FE2-5C97-DC5299FD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Requirements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E43B7-6229-A147-F4DA-47764D177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Player Users   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C060D745-5B75-CE8B-5E8D-685F5966EAA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44C07F-BD25-EFA0-A7A3-48836DEE8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Dungeon Masters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7B889-507E-D402-8C56-664EF1A6EF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View all characters stored in the system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Open detailed character sheets for gameplay reference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Verify spell legality and class‑specific abilities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16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8E6C2-83A4-F284-1931-F5B1E3C2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B66D59C6-4EAA-20D6-01C3-A68B8B1B1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4338" y="467208"/>
            <a:ext cx="720192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2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5947-543A-43FB-7204-0E3E60B9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Relational Schema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FAA21B1-E526-532A-7F7F-F4404CD65E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273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8126A-E50B-9BAD-1AE1-DEA76BC07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Generated Database Diagram</a:t>
            </a:r>
          </a:p>
        </p:txBody>
      </p:sp>
      <p:pic>
        <p:nvPicPr>
          <p:cNvPr id="4" name="Content Placeholder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4F5E1DFD-F57E-390A-898F-A8AEF4C97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9502" y="467208"/>
            <a:ext cx="649159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9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166ED-D0F9-8A14-382B-E3E20DBC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3F3F3F"/>
                </a:solidFill>
              </a:rPr>
              <a:t>SQL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66ED-D935-A84D-1AB3-841FDF5A1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62268" y="2888250"/>
            <a:ext cx="4511998" cy="295977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endParaRPr lang="en-US" sz="2000"/>
          </a:p>
          <a:p>
            <a:r>
              <a:rPr lang="en-US"/>
              <a:t>Test Case 1: Verify a Character’s class is stored properly. </a:t>
            </a:r>
          </a:p>
          <a:p>
            <a:r>
              <a:rPr lang="en-US"/>
              <a:t>Business requirement: A Player character must have exactly one class (Many-to-one) </a:t>
            </a:r>
          </a:p>
          <a:p>
            <a:r>
              <a:rPr lang="en-US"/>
              <a:t>Test Query: </a:t>
            </a:r>
          </a:p>
          <a:p>
            <a:r>
              <a:rPr lang="en-US"/>
              <a:t>SELEC</a:t>
            </a:r>
            <a:r>
              <a:rPr lang="en-US" err="1"/>
              <a:t>T CharID, CharN</a:t>
            </a:r>
            <a:r>
              <a:rPr lang="en-US"/>
              <a:t>ame, ClassName</a:t>
            </a:r>
          </a:p>
          <a:p>
            <a:r>
              <a:rPr lang="en-US"/>
              <a:t>FROM </a:t>
            </a:r>
            <a:r>
              <a:rPr lang="en-US" err="1"/>
              <a:t>PlayerCharacter</a:t>
            </a:r>
            <a:endParaRPr lang="en-US"/>
          </a:p>
          <a:p>
            <a:r>
              <a:rPr lang="en-US"/>
              <a:t>Outcome: </a:t>
            </a:r>
          </a:p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F452C-4638-DFA5-DFE3-D1F2E88C60F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47386869"/>
              </p:ext>
            </p:extLst>
          </p:nvPr>
        </p:nvGraphicFramePr>
        <p:xfrm>
          <a:off x="6204397" y="3542808"/>
          <a:ext cx="5181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61797463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59422649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5403550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CharID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CharName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ClassName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060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706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Bollinatallin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817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049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A1BB6-1CCD-6E3B-1D72-435AB38B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Database Application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66555E9-5F4A-B0E0-0787-9531282DD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MAMP powered the MySQL server.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MySQL Workbench manages the database.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Spring Boot Framework to build the web application, handle routing, dependency injection, and simplify server-side development.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Java Development Kit (JDK 17/21) provides the java compiler and runtime environment.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 Maven Build tool manages project dependencies, compiles the application, and packages it into a runnable JAR file.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IntelliJ IDEA to develop, run and debug the Spring Boot application with integrated Maven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Thymeleaf Template Engine used to generate dynamic HTML pages for character creation, listing, and viewing within the Spring Boot farmwork.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  <a:p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GitHub used for hosting the full project repository for submission, collaboration, and backup. </a:t>
            </a:r>
            <a:endParaRPr lang="en-US" sz="2000">
              <a:highlight>
                <a:srgbClr val="606060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4681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3" name="Freeform: Shape 62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4" name="Freeform: Shape 63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64192-93E7-915E-8F36-E9D5DF89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 Test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38BE6-46F2-39F8-6FB5-A58004D10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/>
              <a:t>Objective:</a:t>
            </a:r>
            <a:r>
              <a:rPr lang="en-US" sz="1400"/>
              <a:t> Ensure the system can create a new character and store all required fields. </a:t>
            </a:r>
            <a:endParaRPr lang="en-US" sz="1400" b="1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/>
              <a:t>Scenario:</a:t>
            </a:r>
            <a:endParaRPr lang="en-US" sz="140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/>
              <a:t>User opens the “Create Character” form.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/>
              <a:t>Enters name, level, ability scores, species, background, class, feats, and weapons.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/>
              <a:t>Clicks Create. 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3948404-24A1-4874-D09A-3FD5697FC98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8628" b="18628"/>
          <a:stretch>
            <a:fillRect/>
          </a:stretch>
        </p:blipFill>
        <p:spPr>
          <a:xfrm>
            <a:off x="4898967" y="2370702"/>
            <a:ext cx="6921940" cy="222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50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2531-CDC9-3466-9185-3E4020C5A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9E6671AF-110C-4E4D-BEB4-1323A3136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4B382-19E2-D0B6-AF8C-093BCA42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310895"/>
            <a:ext cx="4889190" cy="2121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Application Test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5657A-A346-2EDF-FE93-EF2939641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08878" y="310896"/>
            <a:ext cx="5257800" cy="21214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>
                <a:highlight>
                  <a:srgbClr val="FFFFFF"/>
                </a:highlight>
              </a:rPr>
              <a:t>Objective:</a:t>
            </a:r>
            <a:r>
              <a:rPr lang="en-US" sz="1400">
                <a:highlight>
                  <a:srgbClr val="FFFFFF"/>
                </a:highlight>
              </a:rPr>
              <a:t> Verify that updates made through the UI correctly modify the database. </a:t>
            </a:r>
            <a:endParaRPr lang="en-US" sz="1400">
              <a:highlight>
                <a:srgbClr val="606060"/>
              </a:highlight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 b="1">
                <a:highlight>
                  <a:srgbClr val="FFFFFF"/>
                </a:highlight>
              </a:rPr>
              <a:t>Scenario:</a:t>
            </a:r>
            <a:endParaRPr lang="en-US" sz="1400">
              <a:highlight>
                <a:srgbClr val="606060"/>
              </a:highlight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>
                <a:highlight>
                  <a:srgbClr val="FFFFFF"/>
                </a:highlight>
              </a:rPr>
              <a:t>User selects a character from the list.</a:t>
            </a:r>
            <a:endParaRPr lang="en-US" sz="1400">
              <a:highlight>
                <a:srgbClr val="606060"/>
              </a:highlight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>
                <a:highlight>
                  <a:srgbClr val="FFFFFF"/>
                </a:highlight>
              </a:rPr>
              <a:t>Clicks </a:t>
            </a:r>
            <a:r>
              <a:rPr lang="en-US" sz="1400" b="1">
                <a:highlight>
                  <a:srgbClr val="FFFFFF"/>
                </a:highlight>
              </a:rPr>
              <a:t>Edit</a:t>
            </a:r>
            <a:r>
              <a:rPr lang="en-US" sz="1400">
                <a:highlight>
                  <a:srgbClr val="FFFFFF"/>
                </a:highlight>
              </a:rPr>
              <a:t>.</a:t>
            </a:r>
            <a:endParaRPr lang="en-US" sz="1400">
              <a:highlight>
                <a:srgbClr val="606060"/>
              </a:highlight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>
                <a:highlight>
                  <a:srgbClr val="FFFFFF"/>
                </a:highlight>
              </a:rPr>
              <a:t>Changes level, stats, or class.</a:t>
            </a:r>
            <a:endParaRPr lang="en-US" sz="1400">
              <a:highlight>
                <a:srgbClr val="606060"/>
              </a:highlight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400">
                <a:highlight>
                  <a:srgbClr val="FFFFFF"/>
                </a:highlight>
              </a:rPr>
              <a:t>Clicks </a:t>
            </a:r>
            <a:r>
              <a:rPr lang="en-US" sz="1400" b="1">
                <a:highlight>
                  <a:srgbClr val="FFFFFF"/>
                </a:highlight>
              </a:rPr>
              <a:t>Save Changes</a:t>
            </a:r>
            <a:r>
              <a:rPr lang="en-US" sz="1400">
                <a:highlight>
                  <a:srgbClr val="FFFFFF"/>
                </a:highlight>
              </a:rPr>
              <a:t>. </a:t>
            </a:r>
            <a:endParaRPr lang="en-US" sz="1400">
              <a:highlight>
                <a:srgbClr val="606060"/>
              </a:highlight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400"/>
          </a:p>
        </p:txBody>
      </p:sp>
      <p:pic>
        <p:nvPicPr>
          <p:cNvPr id="5" name="Picture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3CADF66-EAFC-439F-D616-B3F5A7FD51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518" r="-2" b="516"/>
          <a:stretch>
            <a:fillRect/>
          </a:stretch>
        </p:blipFill>
        <p:spPr>
          <a:xfrm>
            <a:off x="20" y="2743201"/>
            <a:ext cx="12191979" cy="4114799"/>
          </a:xfrm>
          <a:prstGeom prst="rect">
            <a:avLst/>
          </a:prstGeom>
          <a:effectLst>
            <a:innerShdw blurRad="190500" dist="127000" dir="16200000">
              <a:prstClr val="black">
                <a:alpha val="19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46731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61A50-8FE8-4096-C595-23FFEAB5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Security Evaluations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24D55E-BD3F-AB8D-4B18-4F8AD57C77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40256" y="1137501"/>
            <a:ext cx="8311487" cy="17454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48A1D-CAED-DF7B-A24A-98B254A31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0256" y="3833199"/>
            <a:ext cx="8332826" cy="11199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Test Case 2 — Verify Passwords Are Not Stored in Plaintext</a:t>
            </a:r>
          </a:p>
          <a:p>
            <a:r>
              <a:rPr lang="en-US" sz="2000" b="1"/>
              <a:t>Scenario:</a:t>
            </a:r>
            <a:r>
              <a:rPr lang="en-US" sz="2000"/>
              <a:t> Query database to see users and passwords. 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7845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4113-7382-8C41-8DD9-2EDAC2AF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Future Work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46739B4-2158-99D7-4B55-420C2E70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86" r="43450" b="-3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9A3C-56B8-5CFF-039C-DD11D3437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/>
            <a:r>
              <a:rPr lang="en-US" sz="1700">
                <a:ea typeface="+mn-lt"/>
                <a:cs typeface="+mn-lt"/>
              </a:rPr>
              <a:t>Add full user account system: registration, password recovery, and role‑based dashboards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Redesign and polish the character sheet to more closely match official Wizards of the Coast layouts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Expand functionality with campaign management, inventory tracking, and printable/exportable character sheets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Enhance long‑term deployment by integrating containerization, cloud database hosting, and CI/CD pipelines</a:t>
            </a:r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408082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6DF1F-E191-2D65-F991-7FB17EDD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280C1B-6C76-4A92-E549-8AAC8407C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96886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765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875</Words>
  <Application>Microsoft Office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office theme</vt:lpstr>
      <vt:lpstr>Dungeons and Dragons Character Manager</vt:lpstr>
      <vt:lpstr>Introduction</vt:lpstr>
      <vt:lpstr>User Requirements</vt:lpstr>
      <vt:lpstr>Entity Relationship Diagram</vt:lpstr>
      <vt:lpstr>Relational Schema</vt:lpstr>
      <vt:lpstr>Generated Database Diagram</vt:lpstr>
      <vt:lpstr>SQL Implementation</vt:lpstr>
      <vt:lpstr>Database Application</vt:lpstr>
      <vt:lpstr>Application Test</vt:lpstr>
      <vt:lpstr>Application Test</vt:lpstr>
      <vt:lpstr>Security Evaluations</vt:lpstr>
      <vt:lpstr>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Vogel, Braxton</cp:lastModifiedBy>
  <cp:revision>2</cp:revision>
  <dcterms:created xsi:type="dcterms:W3CDTF">2026-04-24T19:58:53Z</dcterms:created>
  <dcterms:modified xsi:type="dcterms:W3CDTF">2026-05-10T22:14:06Z</dcterms:modified>
</cp:coreProperties>
</file>